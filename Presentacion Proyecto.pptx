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0" r:id="rId2"/>
    <p:sldId id="257" r:id="rId3"/>
    <p:sldId id="258" r:id="rId4"/>
    <p:sldId id="269" r:id="rId5"/>
    <p:sldId id="271" r:id="rId6"/>
    <p:sldId id="261" r:id="rId7"/>
    <p:sldId id="27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00"/>
    <a:srgbClr val="B85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8DBC6-CAF7-4B13-BC8F-1D3C4004F579}" v="29" dt="2026-09-17T15:03:47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31" autoAdjust="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a Maso I Reixach" userId="07ba3a86-e589-4d8d-9e66-87d4946c1585" providerId="ADAL" clId="{657546CD-7DA7-4AB9-A7B9-C078C42CDB83}"/>
    <pc:docChg chg="undo redo custSel addSld delSld modSld delMainMaster">
      <pc:chgData name="Laia Maso I Reixach" userId="07ba3a86-e589-4d8d-9e66-87d4946c1585" providerId="ADAL" clId="{657546CD-7DA7-4AB9-A7B9-C078C42CDB83}" dt="2026-09-17T15:05:53.235" v="990" actId="404"/>
      <pc:docMkLst>
        <pc:docMk/>
      </pc:docMkLst>
      <pc:sldChg chg="addSp delSp modSp del mod">
        <pc:chgData name="Laia Maso I Reixach" userId="07ba3a86-e589-4d8d-9e66-87d4946c1585" providerId="ADAL" clId="{657546CD-7DA7-4AB9-A7B9-C078C42CDB83}" dt="2026-09-17T14:39:33.042" v="745" actId="47"/>
        <pc:sldMkLst>
          <pc:docMk/>
          <pc:sldMk cId="0" sldId="256"/>
        </pc:sldMkLst>
        <pc:spChg chg="mod">
          <ac:chgData name="Laia Maso I Reixach" userId="07ba3a86-e589-4d8d-9e66-87d4946c1585" providerId="ADAL" clId="{657546CD-7DA7-4AB9-A7B9-C078C42CDB83}" dt="2026-09-17T13:29:15.820" v="73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3:36:11.093" v="76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3:36:26.693" v="79" actId="6549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3:27:51.902" v="57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3:28:42.220" v="71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17T13:29:08.830" v="72" actId="478"/>
          <ac:spMkLst>
            <pc:docMk/>
            <pc:sldMk cId="0" sldId="256"/>
            <ac:spMk id="8" creationId="{00000000-0000-0000-0000-000000000000}"/>
          </ac:spMkLst>
        </pc:spChg>
        <pc:graphicFrameChg chg="add mod">
          <ac:chgData name="Laia Maso I Reixach" userId="07ba3a86-e589-4d8d-9e66-87d4946c1585" providerId="ADAL" clId="{657546CD-7DA7-4AB9-A7B9-C078C42CDB83}" dt="2026-09-17T13:36:03.694" v="74"/>
          <ac:graphicFrameMkLst>
            <pc:docMk/>
            <pc:sldMk cId="0" sldId="256"/>
            <ac:graphicFrameMk id="9" creationId="{02933BC9-2CA5-1EAD-9218-FDBAC7C2A7F4}"/>
          </ac:graphicFrameMkLst>
        </pc:graphicFrameChg>
      </pc:sldChg>
      <pc:sldChg chg="addSp modSp add del mod setBg">
        <pc:chgData name="Laia Maso I Reixach" userId="07ba3a86-e589-4d8d-9e66-87d4946c1585" providerId="ADAL" clId="{657546CD-7DA7-4AB9-A7B9-C078C42CDB83}" dt="2026-09-17T15:05:53.235" v="990" actId="404"/>
        <pc:sldMkLst>
          <pc:docMk/>
          <pc:sldMk cId="0" sldId="257"/>
        </pc:sldMkLst>
        <pc:spChg chg="mod">
          <ac:chgData name="Laia Maso I Reixach" userId="07ba3a86-e589-4d8d-9e66-87d4946c1585" providerId="ADAL" clId="{657546CD-7DA7-4AB9-A7B9-C078C42CDB83}" dt="2026-09-17T15:05:49.828" v="989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5:05:53.235" v="990" actId="404"/>
          <ac:spMkLst>
            <pc:docMk/>
            <pc:sldMk cId="0" sldId="257"/>
            <ac:spMk id="21" creationId="{00000000-0000-0000-0000-000000000000}"/>
          </ac:spMkLst>
        </pc:spChg>
        <pc:spChg chg="add mod">
          <ac:chgData name="Laia Maso I Reixach" userId="07ba3a86-e589-4d8d-9e66-87d4946c1585" providerId="ADAL" clId="{657546CD-7DA7-4AB9-A7B9-C078C42CDB83}" dt="2026-09-17T14:45:58.097" v="769" actId="14100"/>
          <ac:spMkLst>
            <pc:docMk/>
            <pc:sldMk cId="0" sldId="257"/>
            <ac:spMk id="25" creationId="{E59846B6-668E-81E9-01D8-A051C7E8E1AC}"/>
          </ac:spMkLst>
        </pc:spChg>
      </pc:sldChg>
      <pc:sldChg chg="addSp delSp modSp add del mod setBg">
        <pc:chgData name="Laia Maso I Reixach" userId="07ba3a86-e589-4d8d-9e66-87d4946c1585" providerId="ADAL" clId="{657546CD-7DA7-4AB9-A7B9-C078C42CDB83}" dt="2026-09-17T14:37:35.245" v="740"/>
        <pc:sldMkLst>
          <pc:docMk/>
          <pc:sldMk cId="0" sldId="258"/>
        </pc:sldMkLst>
        <pc:spChg chg="mod">
          <ac:chgData name="Laia Maso I Reixach" userId="07ba3a86-e589-4d8d-9e66-87d4946c1585" providerId="ADAL" clId="{657546CD-7DA7-4AB9-A7B9-C078C42CDB83}" dt="2026-09-17T13:36:33.267" v="81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22:32.065" v="515"/>
          <ac:spMkLst>
            <pc:docMk/>
            <pc:sldMk cId="0" sldId="258"/>
            <ac:spMk id="3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22:39.924" v="516"/>
          <ac:spMkLst>
            <pc:docMk/>
            <pc:sldMk cId="0" sldId="258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21:04.501" v="495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3:43:12.697" v="93" actId="20577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Laia Maso I Reixach" userId="07ba3a86-e589-4d8d-9e66-87d4946c1585" providerId="ADAL" clId="{657546CD-7DA7-4AB9-A7B9-C078C42CDB83}" dt="2026-09-17T14:21:37.114" v="506" actId="478"/>
          <ac:spMkLst>
            <pc:docMk/>
            <pc:sldMk cId="0" sldId="258"/>
            <ac:spMk id="16" creationId="{31971430-8AAB-B3EF-C93F-1C0585E3888B}"/>
          </ac:spMkLst>
        </pc:spChg>
        <pc:spChg chg="add mod">
          <ac:chgData name="Laia Maso I Reixach" userId="07ba3a86-e589-4d8d-9e66-87d4946c1585" providerId="ADAL" clId="{657546CD-7DA7-4AB9-A7B9-C078C42CDB83}" dt="2026-09-17T14:21:15.735" v="500" actId="1076"/>
          <ac:spMkLst>
            <pc:docMk/>
            <pc:sldMk cId="0" sldId="258"/>
            <ac:spMk id="18" creationId="{F5CACC06-27E7-F6D4-A100-07324D3E1130}"/>
          </ac:spMkLst>
        </pc:spChg>
        <pc:spChg chg="add mod">
          <ac:chgData name="Laia Maso I Reixach" userId="07ba3a86-e589-4d8d-9e66-87d4946c1585" providerId="ADAL" clId="{657546CD-7DA7-4AB9-A7B9-C078C42CDB83}" dt="2026-09-17T14:21:48.934" v="513" actId="1076"/>
          <ac:spMkLst>
            <pc:docMk/>
            <pc:sldMk cId="0" sldId="258"/>
            <ac:spMk id="20" creationId="{F823B8D5-EFA7-161E-BD7F-136C1A23DC73}"/>
          </ac:spMkLst>
        </pc:spChg>
        <pc:spChg chg="add mod">
          <ac:chgData name="Laia Maso I Reixach" userId="07ba3a86-e589-4d8d-9e66-87d4946c1585" providerId="ADAL" clId="{657546CD-7DA7-4AB9-A7B9-C078C42CDB83}" dt="2026-09-17T14:21:53.496" v="514" actId="1076"/>
          <ac:spMkLst>
            <pc:docMk/>
            <pc:sldMk cId="0" sldId="258"/>
            <ac:spMk id="22" creationId="{BA872DD4-F548-88E0-77FA-326FAF5EFC72}"/>
          </ac:spMkLst>
        </pc:spChg>
        <pc:spChg chg="add mod">
          <ac:chgData name="Laia Maso I Reixach" userId="07ba3a86-e589-4d8d-9e66-87d4946c1585" providerId="ADAL" clId="{657546CD-7DA7-4AB9-A7B9-C078C42CDB83}" dt="2026-09-17T14:21:53.496" v="514" actId="1076"/>
          <ac:spMkLst>
            <pc:docMk/>
            <pc:sldMk cId="0" sldId="258"/>
            <ac:spMk id="24" creationId="{2CFE43A0-9FCD-6A21-F54A-C77C9D64D463}"/>
          </ac:spMkLst>
        </pc:spChg>
        <pc:picChg chg="add del">
          <ac:chgData name="Laia Maso I Reixach" userId="07ba3a86-e589-4d8d-9e66-87d4946c1585" providerId="ADAL" clId="{657546CD-7DA7-4AB9-A7B9-C078C42CDB83}" dt="2026-09-17T13:44:33.759" v="97" actId="478"/>
          <ac:picMkLst>
            <pc:docMk/>
            <pc:sldMk cId="0" sldId="258"/>
            <ac:picMk id="14" creationId="{B2F60978-7A7B-7754-18E8-F29DFD5710EA}"/>
          </ac:picMkLst>
        </pc:picChg>
      </pc:sldChg>
      <pc:sldChg chg="addSp delSp modSp del mod">
        <pc:chgData name="Laia Maso I Reixach" userId="07ba3a86-e589-4d8d-9e66-87d4946c1585" providerId="ADAL" clId="{657546CD-7DA7-4AB9-A7B9-C078C42CDB83}" dt="2026-09-17T14:40:02.910" v="748" actId="47"/>
        <pc:sldMkLst>
          <pc:docMk/>
          <pc:sldMk cId="0" sldId="259"/>
        </pc:sldMkLst>
        <pc:spChg chg="mod">
          <ac:chgData name="Laia Maso I Reixach" userId="07ba3a86-e589-4d8d-9e66-87d4946c1585" providerId="ADAL" clId="{657546CD-7DA7-4AB9-A7B9-C078C42CDB83}" dt="2026-09-17T13:37:06.826" v="83" actId="20577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Laia Maso I Reixach" userId="07ba3a86-e589-4d8d-9e66-87d4946c1585" providerId="ADAL" clId="{657546CD-7DA7-4AB9-A7B9-C078C42CDB83}" dt="2026-09-17T14:08:21.241" v="144" actId="478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9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10" creationId="{00000000-0000-0000-0000-000000000000}"/>
          </ac:spMkLst>
        </pc:spChg>
        <pc:spChg chg="add del 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9:53" v="487" actId="1035"/>
          <ac:spMkLst>
            <pc:docMk/>
            <pc:sldMk cId="0" sldId="259"/>
            <ac:spMk id="1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17T14:08:26.563" v="148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17T14:08:29.809" v="149" actId="478"/>
          <ac:spMkLst>
            <pc:docMk/>
            <pc:sldMk cId="0" sldId="259"/>
            <ac:spMk id="15" creationId="{00000000-0000-0000-0000-000000000000}"/>
          </ac:spMkLst>
        </pc:spChg>
        <pc:spChg chg="add mod">
          <ac:chgData name="Laia Maso I Reixach" userId="07ba3a86-e589-4d8d-9e66-87d4946c1585" providerId="ADAL" clId="{657546CD-7DA7-4AB9-A7B9-C078C42CDB83}" dt="2026-09-17T14:20:12.244" v="489" actId="14100"/>
          <ac:spMkLst>
            <pc:docMk/>
            <pc:sldMk cId="0" sldId="259"/>
            <ac:spMk id="19" creationId="{4A74D0E0-E0CA-0E27-ADAE-94E2EB1A8151}"/>
          </ac:spMkLst>
        </pc:spChg>
      </pc:sldChg>
      <pc:sldChg chg="addSp modSp del mod">
        <pc:chgData name="Laia Maso I Reixach" userId="07ba3a86-e589-4d8d-9e66-87d4946c1585" providerId="ADAL" clId="{657546CD-7DA7-4AB9-A7B9-C078C42CDB83}" dt="2026-09-17T14:46:57.430" v="771" actId="47"/>
        <pc:sldMkLst>
          <pc:docMk/>
          <pc:sldMk cId="0" sldId="260"/>
        </pc:sldMkLst>
        <pc:spChg chg="mod">
          <ac:chgData name="Laia Maso I Reixach" userId="07ba3a86-e589-4d8d-9e66-87d4946c1585" providerId="ADAL" clId="{657546CD-7DA7-4AB9-A7B9-C078C42CDB83}" dt="2026-09-17T14:12:57.461" v="182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3:24.458" v="211" actId="1035"/>
          <ac:spMkLst>
            <pc:docMk/>
            <pc:sldMk cId="0" sldId="260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3:24.458" v="211" actId="1035"/>
          <ac:spMkLst>
            <pc:docMk/>
            <pc:sldMk cId="0" sldId="260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3:24.458" v="211" actId="1035"/>
          <ac:spMkLst>
            <pc:docMk/>
            <pc:sldMk cId="0" sldId="260"/>
            <ac:spMk id="7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3:37.783" v="235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3:30.706" v="234" actId="10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13:44.320" v="237" actId="20577"/>
          <ac:spMkLst>
            <pc:docMk/>
            <pc:sldMk cId="0" sldId="260"/>
            <ac:spMk id="10" creationId="{00000000-0000-0000-0000-000000000000}"/>
          </ac:spMkLst>
        </pc:spChg>
        <pc:spChg chg="add mod">
          <ac:chgData name="Laia Maso I Reixach" userId="07ba3a86-e589-4d8d-9e66-87d4946c1585" providerId="ADAL" clId="{657546CD-7DA7-4AB9-A7B9-C078C42CDB83}" dt="2026-09-17T14:14:00.663" v="239" actId="1076"/>
          <ac:spMkLst>
            <pc:docMk/>
            <pc:sldMk cId="0" sldId="260"/>
            <ac:spMk id="14" creationId="{A504B384-0792-B040-AAB1-24C8E8B89315}"/>
          </ac:spMkLst>
        </pc:spChg>
        <pc:spChg chg="add mod">
          <ac:chgData name="Laia Maso I Reixach" userId="07ba3a86-e589-4d8d-9e66-87d4946c1585" providerId="ADAL" clId="{657546CD-7DA7-4AB9-A7B9-C078C42CDB83}" dt="2026-09-17T14:15:24.292" v="432" actId="1037"/>
          <ac:spMkLst>
            <pc:docMk/>
            <pc:sldMk cId="0" sldId="260"/>
            <ac:spMk id="16" creationId="{53921BB7-C7D9-4C20-AF34-8ECE688BDA0B}"/>
          </ac:spMkLst>
        </pc:spChg>
        <pc:spChg chg="add mod">
          <ac:chgData name="Laia Maso I Reixach" userId="07ba3a86-e589-4d8d-9e66-87d4946c1585" providerId="ADAL" clId="{657546CD-7DA7-4AB9-A7B9-C078C42CDB83}" dt="2026-09-17T14:15:18.149" v="415" actId="1038"/>
          <ac:spMkLst>
            <pc:docMk/>
            <pc:sldMk cId="0" sldId="260"/>
            <ac:spMk id="18" creationId="{3D33F4C7-3F65-A399-BA82-F52CD281D05C}"/>
          </ac:spMkLst>
        </pc:spChg>
        <pc:spChg chg="add mod">
          <ac:chgData name="Laia Maso I Reixach" userId="07ba3a86-e589-4d8d-9e66-87d4946c1585" providerId="ADAL" clId="{657546CD-7DA7-4AB9-A7B9-C078C42CDB83}" dt="2026-09-17T14:15:18.149" v="415" actId="1038"/>
          <ac:spMkLst>
            <pc:docMk/>
            <pc:sldMk cId="0" sldId="260"/>
            <ac:spMk id="20" creationId="{C40A07B2-91C9-D7FE-0D98-3A6118614DCF}"/>
          </ac:spMkLst>
        </pc:spChg>
        <pc:spChg chg="add mod">
          <ac:chgData name="Laia Maso I Reixach" userId="07ba3a86-e589-4d8d-9e66-87d4946c1585" providerId="ADAL" clId="{657546CD-7DA7-4AB9-A7B9-C078C42CDB83}" dt="2026-09-17T14:15:24.292" v="432" actId="1037"/>
          <ac:spMkLst>
            <pc:docMk/>
            <pc:sldMk cId="0" sldId="260"/>
            <ac:spMk id="22" creationId="{F3F61475-FD9E-ECDC-B640-C3FE430594E3}"/>
          </ac:spMkLst>
        </pc:spChg>
        <pc:spChg chg="add mod">
          <ac:chgData name="Laia Maso I Reixach" userId="07ba3a86-e589-4d8d-9e66-87d4946c1585" providerId="ADAL" clId="{657546CD-7DA7-4AB9-A7B9-C078C42CDB83}" dt="2026-09-17T14:15:18.149" v="415" actId="1038"/>
          <ac:spMkLst>
            <pc:docMk/>
            <pc:sldMk cId="0" sldId="260"/>
            <ac:spMk id="24" creationId="{835E7F2A-4B6C-9D05-6043-9BA5C3BB73C1}"/>
          </ac:spMkLst>
        </pc:spChg>
        <pc:spChg chg="add mod">
          <ac:chgData name="Laia Maso I Reixach" userId="07ba3a86-e589-4d8d-9e66-87d4946c1585" providerId="ADAL" clId="{657546CD-7DA7-4AB9-A7B9-C078C42CDB83}" dt="2026-09-17T14:15:18.149" v="415" actId="1038"/>
          <ac:spMkLst>
            <pc:docMk/>
            <pc:sldMk cId="0" sldId="260"/>
            <ac:spMk id="26" creationId="{15B0F7BB-99E4-FF2A-55A4-965281996F04}"/>
          </ac:spMkLst>
        </pc:spChg>
        <pc:spChg chg="add mod">
          <ac:chgData name="Laia Maso I Reixach" userId="07ba3a86-e589-4d8d-9e66-87d4946c1585" providerId="ADAL" clId="{657546CD-7DA7-4AB9-A7B9-C078C42CDB83}" dt="2026-09-17T14:14:24.079" v="244" actId="208"/>
          <ac:spMkLst>
            <pc:docMk/>
            <pc:sldMk cId="0" sldId="260"/>
            <ac:spMk id="28" creationId="{AC720C4B-1AFB-8F50-6C3C-7B3D855F089E}"/>
          </ac:spMkLst>
        </pc:spChg>
      </pc:sldChg>
      <pc:sldChg chg="delSp modSp add del mod setBg">
        <pc:chgData name="Laia Maso I Reixach" userId="07ba3a86-e589-4d8d-9e66-87d4946c1585" providerId="ADAL" clId="{657546CD-7DA7-4AB9-A7B9-C078C42CDB83}" dt="2026-09-17T15:04:03.574" v="982" actId="1036"/>
        <pc:sldMkLst>
          <pc:docMk/>
          <pc:sldMk cId="0" sldId="261"/>
        </pc:sldMkLst>
        <pc:spChg chg="mod">
          <ac:chgData name="Laia Maso I Reixach" userId="07ba3a86-e589-4d8d-9e66-87d4946c1585" providerId="ADAL" clId="{657546CD-7DA7-4AB9-A7B9-C078C42CDB83}" dt="2026-09-17T15:03:31.342" v="956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5:04:03.574" v="982" actId="10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5:03:44.950" v="95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5:04:00.177" v="976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5:03:56.251" v="975" actId="1036"/>
          <ac:spMkLst>
            <pc:docMk/>
            <pc:sldMk cId="0" sldId="261"/>
            <ac:spMk id="18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17T15:03:52.072" v="960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17T15:03:52.072" v="960" actId="478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Laia Maso I Reixach" userId="07ba3a86-e589-4d8d-9e66-87d4946c1585" providerId="ADAL" clId="{657546CD-7DA7-4AB9-A7B9-C078C42CDB83}" dt="2026-09-17T15:03:49.388" v="959" actId="478"/>
          <ac:spMkLst>
            <pc:docMk/>
            <pc:sldMk cId="0" sldId="261"/>
            <ac:spMk id="21" creationId="{00000000-0000-0000-0000-000000000000}"/>
          </ac:spMkLst>
        </pc:spChg>
        <pc:spChg chg="del mod">
          <ac:chgData name="Laia Maso I Reixach" userId="07ba3a86-e589-4d8d-9e66-87d4946c1585" providerId="ADAL" clId="{657546CD-7DA7-4AB9-A7B9-C078C42CDB83}" dt="2026-09-17T15:03:49.388" v="959" actId="478"/>
          <ac:spMkLst>
            <pc:docMk/>
            <pc:sldMk cId="0" sldId="261"/>
            <ac:spMk id="22" creationId="{00000000-0000-0000-0000-000000000000}"/>
          </ac:spMkLst>
        </pc:spChg>
      </pc:sldChg>
      <pc:sldChg chg="del">
        <pc:chgData name="Laia Maso I Reixach" userId="07ba3a86-e589-4d8d-9e66-87d4946c1585" providerId="ADAL" clId="{657546CD-7DA7-4AB9-A7B9-C078C42CDB83}" dt="2026-09-17T14:14:36.214" v="246" actId="47"/>
        <pc:sldMkLst>
          <pc:docMk/>
          <pc:sldMk cId="0" sldId="262"/>
        </pc:sldMkLst>
      </pc:sldChg>
      <pc:sldChg chg="del">
        <pc:chgData name="Laia Maso I Reixach" userId="07ba3a86-e589-4d8d-9e66-87d4946c1585" providerId="ADAL" clId="{657546CD-7DA7-4AB9-A7B9-C078C42CDB83}" dt="2026-09-17T14:31:51.985" v="650" actId="47"/>
        <pc:sldMkLst>
          <pc:docMk/>
          <pc:sldMk cId="0" sldId="263"/>
        </pc:sldMkLst>
      </pc:sldChg>
      <pc:sldChg chg="delSp modSp del mod">
        <pc:chgData name="Laia Maso I Reixach" userId="07ba3a86-e589-4d8d-9e66-87d4946c1585" providerId="ADAL" clId="{657546CD-7DA7-4AB9-A7B9-C078C42CDB83}" dt="2026-09-17T14:48:07.328" v="896" actId="47"/>
        <pc:sldMkLst>
          <pc:docMk/>
          <pc:sldMk cId="0" sldId="264"/>
        </pc:sldMkLst>
        <pc:spChg chg="mod">
          <ac:chgData name="Laia Maso I Reixach" userId="07ba3a86-e589-4d8d-9e66-87d4946c1585" providerId="ADAL" clId="{657546CD-7DA7-4AB9-A7B9-C078C42CDB83}" dt="2026-09-17T14:32:20.490" v="697" actId="20577"/>
          <ac:spMkLst>
            <pc:docMk/>
            <pc:sldMk cId="0" sldId="264"/>
            <ac:spMk id="4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17T14:31:59.406" v="651" actId="478"/>
          <ac:spMkLst>
            <pc:docMk/>
            <pc:sldMk cId="0" sldId="264"/>
            <ac:spMk id="5" creationId="{00000000-0000-0000-0000-000000000000}"/>
          </ac:spMkLst>
        </pc:spChg>
      </pc:sldChg>
      <pc:sldChg chg="delSp add del mod setBg">
        <pc:chgData name="Laia Maso I Reixach" userId="07ba3a86-e589-4d8d-9e66-87d4946c1585" providerId="ADAL" clId="{657546CD-7DA7-4AB9-A7B9-C078C42CDB83}" dt="2026-09-17T14:18:36.298" v="438" actId="47"/>
        <pc:sldMkLst>
          <pc:docMk/>
          <pc:sldMk cId="1537923000" sldId="265"/>
        </pc:sldMkLst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5" creationId="{A2F11C9F-54CA-BBD3-757A-EF95B330CBA7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6" creationId="{0D89E0A5-33EE-676B-0EE2-7EE38D821EBE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7" creationId="{A22D0ADF-0B7F-F03B-1A0A-4F00C1190223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8" creationId="{26110651-9B78-44CE-28DB-EB40B181C239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9" creationId="{00B523EA-C8FD-FEA2-2D75-C565B0D89BE0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10" creationId="{7700337F-99ED-2F9E-5758-0C6CC8F94C49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11" creationId="{DFD8248E-0C4C-993E-9FA6-14BD9ED6FFE5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12" creationId="{5F29826F-8F75-58E8-C0ED-A52702D7ECE7}"/>
          </ac:spMkLst>
        </pc:spChg>
        <pc:spChg chg="del">
          <ac:chgData name="Laia Maso I Reixach" userId="07ba3a86-e589-4d8d-9e66-87d4946c1585" providerId="ADAL" clId="{657546CD-7DA7-4AB9-A7B9-C078C42CDB83}" dt="2026-09-17T14:15:50.211" v="436" actId="478"/>
          <ac:spMkLst>
            <pc:docMk/>
            <pc:sldMk cId="1537923000" sldId="265"/>
            <ac:spMk id="13" creationId="{764443C2-3A6B-8B2C-2307-A4EF1296DCFF}"/>
          </ac:spMkLst>
        </pc:spChg>
      </pc:sldChg>
      <pc:sldChg chg="new del">
        <pc:chgData name="Laia Maso I Reixach" userId="07ba3a86-e589-4d8d-9e66-87d4946c1585" providerId="ADAL" clId="{657546CD-7DA7-4AB9-A7B9-C078C42CDB83}" dt="2026-09-17T14:15:40.638" v="434" actId="47"/>
        <pc:sldMkLst>
          <pc:docMk/>
          <pc:sldMk cId="2861407147" sldId="265"/>
        </pc:sldMkLst>
      </pc:sldChg>
      <pc:sldChg chg="addSp delSp modSp add del mod">
        <pc:chgData name="Laia Maso I Reixach" userId="07ba3a86-e589-4d8d-9e66-87d4946c1585" providerId="ADAL" clId="{657546CD-7DA7-4AB9-A7B9-C078C42CDB83}" dt="2026-09-17T14:40:04.599" v="750" actId="47"/>
        <pc:sldMkLst>
          <pc:docMk/>
          <pc:sldMk cId="1047471238" sldId="266"/>
        </pc:sldMkLst>
        <pc:spChg chg="del">
          <ac:chgData name="Laia Maso I Reixach" userId="07ba3a86-e589-4d8d-9e66-87d4946c1585" providerId="ADAL" clId="{657546CD-7DA7-4AB9-A7B9-C078C42CDB83}" dt="2026-09-17T14:35:26.071" v="729" actId="478"/>
          <ac:spMkLst>
            <pc:docMk/>
            <pc:sldMk cId="1047471238" sldId="266"/>
            <ac:spMk id="4" creationId="{BD607965-0FE4-723D-624D-ECD27E240C7F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5" creationId="{9DFF7E31-4786-C5E9-36BE-EA80F87CB01A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6" creationId="{A38F8932-3528-107D-9794-6CB68B73C4A9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7" creationId="{33C682E1-8C42-523E-E435-96DD5457B15C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8" creationId="{F3CEFD95-554F-224E-835B-137B9244F1F7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9" creationId="{61E28BC2-B4D3-4FDB-3EF1-011A094A76A9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10" creationId="{1BC4640C-CCCB-C919-50C3-E96BB7D30248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11" creationId="{B25130B4-021C-642E-CAE3-1B717E3EFACF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12" creationId="{4EA4B7C4-9382-89B6-6C93-0DBB84A60D36}"/>
          </ac:spMkLst>
        </pc:spChg>
        <pc:spChg chg="del">
          <ac:chgData name="Laia Maso I Reixach" userId="07ba3a86-e589-4d8d-9e66-87d4946c1585" providerId="ADAL" clId="{657546CD-7DA7-4AB9-A7B9-C078C42CDB83}" dt="2026-09-17T14:18:39.719" v="439" actId="478"/>
          <ac:spMkLst>
            <pc:docMk/>
            <pc:sldMk cId="1047471238" sldId="266"/>
            <ac:spMk id="13" creationId="{A62D0403-6058-9430-BFE4-ACAF68CBA110}"/>
          </ac:spMkLst>
        </pc:spChg>
        <pc:spChg chg="add del">
          <ac:chgData name="Laia Maso I Reixach" userId="07ba3a86-e589-4d8d-9e66-87d4946c1585" providerId="ADAL" clId="{657546CD-7DA7-4AB9-A7B9-C078C42CDB83}" dt="2026-09-17T14:36:12.495" v="736" actId="478"/>
          <ac:spMkLst>
            <pc:docMk/>
            <pc:sldMk cId="1047471238" sldId="266"/>
            <ac:spMk id="21" creationId="{DD7249DD-0D5F-9CC3-8B1E-AC29EE6F019F}"/>
          </ac:spMkLst>
        </pc:spChg>
        <pc:graphicFrameChg chg="add mod">
          <ac:chgData name="Laia Maso I Reixach" userId="07ba3a86-e589-4d8d-9e66-87d4946c1585" providerId="ADAL" clId="{657546CD-7DA7-4AB9-A7B9-C078C42CDB83}" dt="2026-09-17T14:35:39.301" v="733" actId="1076"/>
          <ac:graphicFrameMkLst>
            <pc:docMk/>
            <pc:sldMk cId="1047471238" sldId="266"/>
            <ac:graphicFrameMk id="15" creationId="{28543699-889D-31CF-4E70-66992964FDAA}"/>
          </ac:graphicFrameMkLst>
        </pc:graphicFrameChg>
        <pc:graphicFrameChg chg="add mod">
          <ac:chgData name="Laia Maso I Reixach" userId="07ba3a86-e589-4d8d-9e66-87d4946c1585" providerId="ADAL" clId="{657546CD-7DA7-4AB9-A7B9-C078C42CDB83}" dt="2026-09-17T14:36:23.351" v="739" actId="1076"/>
          <ac:graphicFrameMkLst>
            <pc:docMk/>
            <pc:sldMk cId="1047471238" sldId="266"/>
            <ac:graphicFrameMk id="19" creationId="{120C5A13-3027-C766-0CDD-F6ADC63BB72D}"/>
          </ac:graphicFrameMkLst>
        </pc:graphicFrameChg>
        <pc:graphicFrameChg chg="add mod">
          <ac:chgData name="Laia Maso I Reixach" userId="07ba3a86-e589-4d8d-9e66-87d4946c1585" providerId="ADAL" clId="{657546CD-7DA7-4AB9-A7B9-C078C42CDB83}" dt="2026-09-17T14:36:21.191" v="738" actId="1076"/>
          <ac:graphicFrameMkLst>
            <pc:docMk/>
            <pc:sldMk cId="1047471238" sldId="266"/>
            <ac:graphicFrameMk id="22" creationId="{925701D1-B331-5D15-9463-5F75C8BB8F46}"/>
          </ac:graphicFrameMkLst>
        </pc:graphicFrameChg>
      </pc:sldChg>
      <pc:sldChg chg="addSp delSp modSp add del mod">
        <pc:chgData name="Laia Maso I Reixach" userId="07ba3a86-e589-4d8d-9e66-87d4946c1585" providerId="ADAL" clId="{657546CD-7DA7-4AB9-A7B9-C078C42CDB83}" dt="2026-09-17T14:40:01.705" v="747" actId="47"/>
        <pc:sldMkLst>
          <pc:docMk/>
          <pc:sldMk cId="2604019643" sldId="267"/>
        </pc:sldMkLst>
        <pc:spChg chg="del">
          <ac:chgData name="Laia Maso I Reixach" userId="07ba3a86-e589-4d8d-9e66-87d4946c1585" providerId="ADAL" clId="{657546CD-7DA7-4AB9-A7B9-C078C42CDB83}" dt="2026-09-17T14:22:48.270" v="518" actId="478"/>
          <ac:spMkLst>
            <pc:docMk/>
            <pc:sldMk cId="2604019643" sldId="267"/>
            <ac:spMk id="5" creationId="{201ED505-2B82-F056-50F7-414E67B3149B}"/>
          </ac:spMkLst>
        </pc:spChg>
        <pc:spChg chg="del">
          <ac:chgData name="Laia Maso I Reixach" userId="07ba3a86-e589-4d8d-9e66-87d4946c1585" providerId="ADAL" clId="{657546CD-7DA7-4AB9-A7B9-C078C42CDB83}" dt="2026-09-17T14:22:48.270" v="518" actId="478"/>
          <ac:spMkLst>
            <pc:docMk/>
            <pc:sldMk cId="2604019643" sldId="267"/>
            <ac:spMk id="6" creationId="{E9851960-EF63-0DCD-3CD0-13D9E77BD5F0}"/>
          </ac:spMkLst>
        </pc:spChg>
        <pc:spChg chg="del">
          <ac:chgData name="Laia Maso I Reixach" userId="07ba3a86-e589-4d8d-9e66-87d4946c1585" providerId="ADAL" clId="{657546CD-7DA7-4AB9-A7B9-C078C42CDB83}" dt="2026-09-17T14:22:48.270" v="518" actId="478"/>
          <ac:spMkLst>
            <pc:docMk/>
            <pc:sldMk cId="2604019643" sldId="267"/>
            <ac:spMk id="7" creationId="{06D0802D-5AE9-EB9B-4589-D60032C57656}"/>
          </ac:spMkLst>
        </pc:spChg>
        <pc:spChg chg="add mod">
          <ac:chgData name="Laia Maso I Reixach" userId="07ba3a86-e589-4d8d-9e66-87d4946c1585" providerId="ADAL" clId="{657546CD-7DA7-4AB9-A7B9-C078C42CDB83}" dt="2026-09-17T14:26:27.455" v="611" actId="207"/>
          <ac:spMkLst>
            <pc:docMk/>
            <pc:sldMk cId="2604019643" sldId="267"/>
            <ac:spMk id="10" creationId="{CCBBCAC3-11B6-CC74-04B2-3CE75DE48D51}"/>
          </ac:spMkLst>
        </pc:spChg>
        <pc:spChg chg="add mod">
          <ac:chgData name="Laia Maso I Reixach" userId="07ba3a86-e589-4d8d-9e66-87d4946c1585" providerId="ADAL" clId="{657546CD-7DA7-4AB9-A7B9-C078C42CDB83}" dt="2026-09-17T14:23:57.979" v="574" actId="1037"/>
          <ac:spMkLst>
            <pc:docMk/>
            <pc:sldMk cId="2604019643" sldId="267"/>
            <ac:spMk id="11" creationId="{136E7554-60C1-2849-26A4-87AD75E0C5ED}"/>
          </ac:spMkLst>
        </pc:spChg>
        <pc:spChg chg="add mod">
          <ac:chgData name="Laia Maso I Reixach" userId="07ba3a86-e589-4d8d-9e66-87d4946c1585" providerId="ADAL" clId="{657546CD-7DA7-4AB9-A7B9-C078C42CDB83}" dt="2026-09-17T14:24:54.634" v="604" actId="255"/>
          <ac:spMkLst>
            <pc:docMk/>
            <pc:sldMk cId="2604019643" sldId="267"/>
            <ac:spMk id="12" creationId="{278271DB-00D8-4E2F-AB74-95F530BB6C9F}"/>
          </ac:spMkLst>
        </pc:spChg>
        <pc:spChg chg="add mod">
          <ac:chgData name="Laia Maso I Reixach" userId="07ba3a86-e589-4d8d-9e66-87d4946c1585" providerId="ADAL" clId="{657546CD-7DA7-4AB9-A7B9-C078C42CDB83}" dt="2026-09-17T14:26:27.455" v="611" actId="207"/>
          <ac:spMkLst>
            <pc:docMk/>
            <pc:sldMk cId="2604019643" sldId="267"/>
            <ac:spMk id="13" creationId="{7E2A19F5-4472-ABB8-BC55-D59443E0BEC5}"/>
          </ac:spMkLst>
        </pc:spChg>
        <pc:spChg chg="add mod">
          <ac:chgData name="Laia Maso I Reixach" userId="07ba3a86-e589-4d8d-9e66-87d4946c1585" providerId="ADAL" clId="{657546CD-7DA7-4AB9-A7B9-C078C42CDB83}" dt="2026-09-17T14:23:51.478" v="554" actId="1036"/>
          <ac:spMkLst>
            <pc:docMk/>
            <pc:sldMk cId="2604019643" sldId="267"/>
            <ac:spMk id="14" creationId="{976E61D1-916C-B3ED-1495-E7183F4FC8B5}"/>
          </ac:spMkLst>
        </pc:spChg>
        <pc:spChg chg="add mod">
          <ac:chgData name="Laia Maso I Reixach" userId="07ba3a86-e589-4d8d-9e66-87d4946c1585" providerId="ADAL" clId="{657546CD-7DA7-4AB9-A7B9-C078C42CDB83}" dt="2026-09-17T14:24:54.634" v="604" actId="255"/>
          <ac:spMkLst>
            <pc:docMk/>
            <pc:sldMk cId="2604019643" sldId="267"/>
            <ac:spMk id="15" creationId="{327A8455-4871-38A2-F5BA-9C0348AC6EE5}"/>
          </ac:spMkLst>
        </pc:spChg>
        <pc:spChg chg="add mod">
          <ac:chgData name="Laia Maso I Reixach" userId="07ba3a86-e589-4d8d-9e66-87d4946c1585" providerId="ADAL" clId="{657546CD-7DA7-4AB9-A7B9-C078C42CDB83}" dt="2026-09-17T14:26:27.455" v="611" actId="207"/>
          <ac:spMkLst>
            <pc:docMk/>
            <pc:sldMk cId="2604019643" sldId="267"/>
            <ac:spMk id="16" creationId="{8F36C633-92AD-5748-024C-A630DBC2FD8A}"/>
          </ac:spMkLst>
        </pc:spChg>
        <pc:spChg chg="add mod">
          <ac:chgData name="Laia Maso I Reixach" userId="07ba3a86-e589-4d8d-9e66-87d4946c1585" providerId="ADAL" clId="{657546CD-7DA7-4AB9-A7B9-C078C42CDB83}" dt="2026-09-17T14:24:02.834" v="595" actId="1038"/>
          <ac:spMkLst>
            <pc:docMk/>
            <pc:sldMk cId="2604019643" sldId="267"/>
            <ac:spMk id="17" creationId="{22D2128A-0146-440D-AB38-239FB9900D45}"/>
          </ac:spMkLst>
        </pc:spChg>
        <pc:spChg chg="del">
          <ac:chgData name="Laia Maso I Reixach" userId="07ba3a86-e589-4d8d-9e66-87d4946c1585" providerId="ADAL" clId="{657546CD-7DA7-4AB9-A7B9-C078C42CDB83}" dt="2026-09-17T14:22:50.922" v="519" actId="478"/>
          <ac:spMkLst>
            <pc:docMk/>
            <pc:sldMk cId="2604019643" sldId="267"/>
            <ac:spMk id="18" creationId="{71ECD37C-560C-C250-3ED4-99DC7937C17B}"/>
          </ac:spMkLst>
        </pc:spChg>
        <pc:spChg chg="add mod">
          <ac:chgData name="Laia Maso I Reixach" userId="07ba3a86-e589-4d8d-9e66-87d4946c1585" providerId="ADAL" clId="{657546CD-7DA7-4AB9-A7B9-C078C42CDB83}" dt="2026-09-17T14:24:54.634" v="604" actId="255"/>
          <ac:spMkLst>
            <pc:docMk/>
            <pc:sldMk cId="2604019643" sldId="267"/>
            <ac:spMk id="19" creationId="{DF5D08C3-D878-2F6D-4610-47930DDDA1D6}"/>
          </ac:spMkLst>
        </pc:spChg>
        <pc:spChg chg="del">
          <ac:chgData name="Laia Maso I Reixach" userId="07ba3a86-e589-4d8d-9e66-87d4946c1585" providerId="ADAL" clId="{657546CD-7DA7-4AB9-A7B9-C078C42CDB83}" dt="2026-09-17T14:22:48.270" v="518" actId="478"/>
          <ac:spMkLst>
            <pc:docMk/>
            <pc:sldMk cId="2604019643" sldId="267"/>
            <ac:spMk id="20" creationId="{63F8DF66-8EC9-7E8E-EBFC-09A510B7ABE8}"/>
          </ac:spMkLst>
        </pc:spChg>
        <pc:spChg chg="add mod">
          <ac:chgData name="Laia Maso I Reixach" userId="07ba3a86-e589-4d8d-9e66-87d4946c1585" providerId="ADAL" clId="{657546CD-7DA7-4AB9-A7B9-C078C42CDB83}" dt="2026-09-17T14:26:56.543" v="614" actId="20577"/>
          <ac:spMkLst>
            <pc:docMk/>
            <pc:sldMk cId="2604019643" sldId="267"/>
            <ac:spMk id="21" creationId="{9AA77683-A853-BB33-854D-26B19D527A1F}"/>
          </ac:spMkLst>
        </pc:spChg>
        <pc:spChg chg="del">
          <ac:chgData name="Laia Maso I Reixach" userId="07ba3a86-e589-4d8d-9e66-87d4946c1585" providerId="ADAL" clId="{657546CD-7DA7-4AB9-A7B9-C078C42CDB83}" dt="2026-09-17T14:22:48.270" v="518" actId="478"/>
          <ac:spMkLst>
            <pc:docMk/>
            <pc:sldMk cId="2604019643" sldId="267"/>
            <ac:spMk id="22" creationId="{0B5E1AA3-D162-2F4B-F4ED-EBA6D053624A}"/>
          </ac:spMkLst>
        </pc:spChg>
        <pc:spChg chg="del">
          <ac:chgData name="Laia Maso I Reixach" userId="07ba3a86-e589-4d8d-9e66-87d4946c1585" providerId="ADAL" clId="{657546CD-7DA7-4AB9-A7B9-C078C42CDB83}" dt="2026-09-17T14:22:48.270" v="518" actId="478"/>
          <ac:spMkLst>
            <pc:docMk/>
            <pc:sldMk cId="2604019643" sldId="267"/>
            <ac:spMk id="24" creationId="{04DA3938-37D7-8784-69E4-237687870830}"/>
          </ac:spMkLst>
        </pc:spChg>
        <pc:spChg chg="add del mod">
          <ac:chgData name="Laia Maso I Reixach" userId="07ba3a86-e589-4d8d-9e66-87d4946c1585" providerId="ADAL" clId="{657546CD-7DA7-4AB9-A7B9-C078C42CDB83}" dt="2026-09-17T14:26:31.112" v="612" actId="478"/>
          <ac:spMkLst>
            <pc:docMk/>
            <pc:sldMk cId="2604019643" sldId="267"/>
            <ac:spMk id="25" creationId="{B502C037-ED5E-594F-42B7-C92099055217}"/>
          </ac:spMkLst>
        </pc:spChg>
        <pc:spChg chg="add mod">
          <ac:chgData name="Laia Maso I Reixach" userId="07ba3a86-e589-4d8d-9e66-87d4946c1585" providerId="ADAL" clId="{657546CD-7DA7-4AB9-A7B9-C078C42CDB83}" dt="2026-09-17T14:33:03.954" v="723" actId="1076"/>
          <ac:spMkLst>
            <pc:docMk/>
            <pc:sldMk cId="2604019643" sldId="267"/>
            <ac:spMk id="27" creationId="{79C53D09-82DE-43FA-3BE5-D04EBC93B00F}"/>
          </ac:spMkLst>
        </pc:spChg>
      </pc:sldChg>
      <pc:sldChg chg="addSp delSp modSp add del mod">
        <pc:chgData name="Laia Maso I Reixach" userId="07ba3a86-e589-4d8d-9e66-87d4946c1585" providerId="ADAL" clId="{657546CD-7DA7-4AB9-A7B9-C078C42CDB83}" dt="2026-09-17T14:40:03.914" v="749" actId="47"/>
        <pc:sldMkLst>
          <pc:docMk/>
          <pc:sldMk cId="3122750398" sldId="268"/>
        </pc:sldMkLst>
        <pc:spChg chg="del">
          <ac:chgData name="Laia Maso I Reixach" userId="07ba3a86-e589-4d8d-9e66-87d4946c1585" providerId="ADAL" clId="{657546CD-7DA7-4AB9-A7B9-C078C42CDB83}" dt="2026-09-17T14:29:28.297" v="632" actId="478"/>
          <ac:spMkLst>
            <pc:docMk/>
            <pc:sldMk cId="3122750398" sldId="268"/>
            <ac:spMk id="4" creationId="{CE1D6C33-1A2A-1AB8-D394-63B24260D08F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5" creationId="{399C66C0-9C18-C5B1-B433-6295533B7896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6" creationId="{656EC138-B7CE-45FE-9A22-CDEEB3373682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7" creationId="{8FF756B3-D473-1708-CC59-CBBA26DD74B0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8" creationId="{50A27CF1-ED9D-788D-27B0-FA6408E2D0D4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9" creationId="{BEB861FD-468F-DB45-C685-18DE5AA17E0C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10" creationId="{C4A5D615-CF35-97E9-AADD-CF27B95DDD31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11" creationId="{0997CCD8-7A5F-EE16-7109-857AB18376C0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12" creationId="{923FB67C-E004-325B-A2E1-8F5A257625AF}"/>
          </ac:spMkLst>
        </pc:spChg>
        <pc:spChg chg="del">
          <ac:chgData name="Laia Maso I Reixach" userId="07ba3a86-e589-4d8d-9e66-87d4946c1585" providerId="ADAL" clId="{657546CD-7DA7-4AB9-A7B9-C078C42CDB83}" dt="2026-09-17T14:27:26.968" v="617" actId="478"/>
          <ac:spMkLst>
            <pc:docMk/>
            <pc:sldMk cId="3122750398" sldId="268"/>
            <ac:spMk id="13" creationId="{7DC275B4-29AF-2861-4B44-68147EB36867}"/>
          </ac:spMkLst>
        </pc:spChg>
        <pc:spChg chg="add mod">
          <ac:chgData name="Laia Maso I Reixach" userId="07ba3a86-e589-4d8d-9e66-87d4946c1585" providerId="ADAL" clId="{657546CD-7DA7-4AB9-A7B9-C078C42CDB83}" dt="2026-09-17T14:30:07.208" v="643" actId="1076"/>
          <ac:spMkLst>
            <pc:docMk/>
            <pc:sldMk cId="3122750398" sldId="268"/>
            <ac:spMk id="15" creationId="{3CD51821-85E8-B6D4-9C2D-B8330212D1EE}"/>
          </ac:spMkLst>
        </pc:spChg>
        <pc:spChg chg="add mod">
          <ac:chgData name="Laia Maso I Reixach" userId="07ba3a86-e589-4d8d-9e66-87d4946c1585" providerId="ADAL" clId="{657546CD-7DA7-4AB9-A7B9-C078C42CDB83}" dt="2026-09-17T14:30:07.208" v="643" actId="1076"/>
          <ac:spMkLst>
            <pc:docMk/>
            <pc:sldMk cId="3122750398" sldId="268"/>
            <ac:spMk id="18" creationId="{08F5C42B-AB84-0D25-8980-A2B4BD9EAE4E}"/>
          </ac:spMkLst>
        </pc:spChg>
        <pc:spChg chg="del">
          <ac:chgData name="Laia Maso I Reixach" userId="07ba3a86-e589-4d8d-9e66-87d4946c1585" providerId="ADAL" clId="{657546CD-7DA7-4AB9-A7B9-C078C42CDB83}" dt="2026-09-17T14:27:30.018" v="619" actId="478"/>
          <ac:spMkLst>
            <pc:docMk/>
            <pc:sldMk cId="3122750398" sldId="268"/>
            <ac:spMk id="19" creationId="{120D3090-9E19-E258-D670-4B6F508FF30A}"/>
          </ac:spMkLst>
        </pc:spChg>
        <pc:spChg chg="add mod">
          <ac:chgData name="Laia Maso I Reixach" userId="07ba3a86-e589-4d8d-9e66-87d4946c1585" providerId="ADAL" clId="{657546CD-7DA7-4AB9-A7B9-C078C42CDB83}" dt="2026-09-17T14:30:37.988" v="646" actId="122"/>
          <ac:spMkLst>
            <pc:docMk/>
            <pc:sldMk cId="3122750398" sldId="268"/>
            <ac:spMk id="20" creationId="{1C2AC15C-679C-6E7D-9AB1-C9E421A0867E}"/>
          </ac:spMkLst>
        </pc:spChg>
        <pc:graphicFrameChg chg="add mod">
          <ac:chgData name="Laia Maso I Reixach" userId="07ba3a86-e589-4d8d-9e66-87d4946c1585" providerId="ADAL" clId="{657546CD-7DA7-4AB9-A7B9-C078C42CDB83}" dt="2026-09-17T14:30:34.473" v="645" actId="1076"/>
          <ac:graphicFrameMkLst>
            <pc:docMk/>
            <pc:sldMk cId="3122750398" sldId="268"/>
            <ac:graphicFrameMk id="14" creationId="{82CADC8C-6AAE-07D6-8920-4753148A4F78}"/>
          </ac:graphicFrameMkLst>
        </pc:graphicFrameChg>
        <pc:graphicFrameChg chg="add del mod">
          <ac:chgData name="Laia Maso I Reixach" userId="07ba3a86-e589-4d8d-9e66-87d4946c1585" providerId="ADAL" clId="{657546CD-7DA7-4AB9-A7B9-C078C42CDB83}" dt="2026-09-17T14:33:14.614" v="724" actId="478"/>
          <ac:graphicFrameMkLst>
            <pc:docMk/>
            <pc:sldMk cId="3122750398" sldId="268"/>
            <ac:graphicFrameMk id="21" creationId="{BADFCD1A-65C8-B5E0-72ED-F12AFFC4C434}"/>
          </ac:graphicFrameMkLst>
        </pc:graphicFrameChg>
        <pc:graphicFrameChg chg="add mod">
          <ac:chgData name="Laia Maso I Reixach" userId="07ba3a86-e589-4d8d-9e66-87d4946c1585" providerId="ADAL" clId="{657546CD-7DA7-4AB9-A7B9-C078C42CDB83}" dt="2026-09-17T14:33:51.663" v="728" actId="1076"/>
          <ac:graphicFrameMkLst>
            <pc:docMk/>
            <pc:sldMk cId="3122750398" sldId="268"/>
            <ac:graphicFrameMk id="22" creationId="{619B71E3-63DC-A5DE-33C2-B74F77D1B0E8}"/>
          </ac:graphicFrameMkLst>
        </pc:graphicFrameChg>
      </pc:sldChg>
      <pc:sldChg chg="add setBg">
        <pc:chgData name="Laia Maso I Reixach" userId="07ba3a86-e589-4d8d-9e66-87d4946c1585" providerId="ADAL" clId="{657546CD-7DA7-4AB9-A7B9-C078C42CDB83}" dt="2026-09-17T14:37:35.245" v="740"/>
        <pc:sldMkLst>
          <pc:docMk/>
          <pc:sldMk cId="0" sldId="269"/>
        </pc:sldMkLst>
      </pc:sldChg>
      <pc:sldChg chg="modSp add mod setBg">
        <pc:chgData name="Laia Maso I Reixach" userId="07ba3a86-e589-4d8d-9e66-87d4946c1585" providerId="ADAL" clId="{657546CD-7DA7-4AB9-A7B9-C078C42CDB83}" dt="2026-09-17T14:39:36.629" v="746" actId="207"/>
        <pc:sldMkLst>
          <pc:docMk/>
          <pc:sldMk cId="0" sldId="270"/>
        </pc:sldMkLst>
        <pc:spChg chg="mod">
          <ac:chgData name="Laia Maso I Reixach" userId="07ba3a86-e589-4d8d-9e66-87d4946c1585" providerId="ADAL" clId="{657546CD-7DA7-4AB9-A7B9-C078C42CDB83}" dt="2026-09-17T14:39:19.814" v="744" actId="207"/>
          <ac:spMkLst>
            <pc:docMk/>
            <pc:sldMk cId="0" sldId="270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17T14:39:36.629" v="746" actId="207"/>
          <ac:spMkLst>
            <pc:docMk/>
            <pc:sldMk cId="0" sldId="270"/>
            <ac:spMk id="5" creationId="{00000000-0000-0000-0000-000000000000}"/>
          </ac:spMkLst>
        </pc:spChg>
      </pc:sldChg>
      <pc:sldChg chg="add setBg">
        <pc:chgData name="Laia Maso I Reixach" userId="07ba3a86-e589-4d8d-9e66-87d4946c1585" providerId="ADAL" clId="{657546CD-7DA7-4AB9-A7B9-C078C42CDB83}" dt="2026-09-17T14:40:22.185" v="751"/>
        <pc:sldMkLst>
          <pc:docMk/>
          <pc:sldMk cId="0" sldId="271"/>
        </pc:sldMkLst>
      </pc:sldChg>
      <pc:sldChg chg="addSp delSp modSp add mod">
        <pc:chgData name="Laia Maso I Reixach" userId="07ba3a86-e589-4d8d-9e66-87d4946c1585" providerId="ADAL" clId="{657546CD-7DA7-4AB9-A7B9-C078C42CDB83}" dt="2026-09-17T14:55:56.315" v="925" actId="14100"/>
        <pc:sldMkLst>
          <pc:docMk/>
          <pc:sldMk cId="2516276422" sldId="272"/>
        </pc:sldMkLst>
        <pc:spChg chg="mod">
          <ac:chgData name="Laia Maso I Reixach" userId="07ba3a86-e589-4d8d-9e66-87d4946c1585" providerId="ADAL" clId="{657546CD-7DA7-4AB9-A7B9-C078C42CDB83}" dt="2026-09-17T14:47:56.519" v="887" actId="1035"/>
          <ac:spMkLst>
            <pc:docMk/>
            <pc:sldMk cId="2516276422" sldId="272"/>
            <ac:spMk id="3" creationId="{2A08F355-9DBD-897B-3C96-E461C7B881C6}"/>
          </ac:spMkLst>
        </pc:spChg>
        <pc:spChg chg="mod">
          <ac:chgData name="Laia Maso I Reixach" userId="07ba3a86-e589-4d8d-9e66-87d4946c1585" providerId="ADAL" clId="{657546CD-7DA7-4AB9-A7B9-C078C42CDB83}" dt="2026-09-17T14:55:32.797" v="907" actId="14100"/>
          <ac:spMkLst>
            <pc:docMk/>
            <pc:sldMk cId="2516276422" sldId="272"/>
            <ac:spMk id="4" creationId="{1088D3A0-957B-61C7-BCA3-E37B1E0B89A7}"/>
          </ac:spMkLst>
        </pc:spChg>
        <pc:spChg chg="del">
          <ac:chgData name="Laia Maso I Reixach" userId="07ba3a86-e589-4d8d-9e66-87d4946c1585" providerId="ADAL" clId="{657546CD-7DA7-4AB9-A7B9-C078C42CDB83}" dt="2026-09-17T14:47:15.610" v="773" actId="478"/>
          <ac:spMkLst>
            <pc:docMk/>
            <pc:sldMk cId="2516276422" sldId="272"/>
            <ac:spMk id="5" creationId="{E3672F01-C393-D2FC-EA9E-32AAC7E56958}"/>
          </ac:spMkLst>
        </pc:spChg>
        <pc:spChg chg="add mod">
          <ac:chgData name="Laia Maso I Reixach" userId="07ba3a86-e589-4d8d-9e66-87d4946c1585" providerId="ADAL" clId="{657546CD-7DA7-4AB9-A7B9-C078C42CDB83}" dt="2026-09-17T14:55:56.315" v="925" actId="14100"/>
          <ac:spMkLst>
            <pc:docMk/>
            <pc:sldMk cId="2516276422" sldId="272"/>
            <ac:spMk id="9" creationId="{D04445C0-FE99-7692-8C14-DD8AC49AB6E2}"/>
          </ac:spMkLst>
        </pc:spChg>
      </pc:sldChg>
      <pc:sldChg chg="add del">
        <pc:chgData name="Laia Maso I Reixach" userId="07ba3a86-e589-4d8d-9e66-87d4946c1585" providerId="ADAL" clId="{657546CD-7DA7-4AB9-A7B9-C078C42CDB83}" dt="2026-09-17T13:44:41.438" v="98" actId="47"/>
        <pc:sldMkLst>
          <pc:docMk/>
          <pc:sldMk cId="246223609" sldId="1881839133"/>
        </pc:sldMkLst>
      </pc:sldChg>
      <pc:sldChg chg="add del">
        <pc:chgData name="Laia Maso I Reixach" userId="07ba3a86-e589-4d8d-9e66-87d4946c1585" providerId="ADAL" clId="{657546CD-7DA7-4AB9-A7B9-C078C42CDB83}" dt="2026-09-17T13:44:57.596" v="99" actId="47"/>
        <pc:sldMkLst>
          <pc:docMk/>
          <pc:sldMk cId="1491616689" sldId="1881839134"/>
        </pc:sldMkLst>
      </pc:sldChg>
      <pc:sldMasterChg chg="delSldLayout">
        <pc:chgData name="Laia Maso I Reixach" userId="07ba3a86-e589-4d8d-9e66-87d4946c1585" providerId="ADAL" clId="{657546CD-7DA7-4AB9-A7B9-C078C42CDB83}" dt="2026-09-17T13:44:41.438" v="98" actId="47"/>
        <pc:sldMasterMkLst>
          <pc:docMk/>
          <pc:sldMasterMk cId="2860902747" sldId="2147483648"/>
        </pc:sldMasterMkLst>
        <pc:sldLayoutChg chg="del">
          <pc:chgData name="Laia Maso I Reixach" userId="07ba3a86-e589-4d8d-9e66-87d4946c1585" providerId="ADAL" clId="{657546CD-7DA7-4AB9-A7B9-C078C42CDB83}" dt="2026-09-17T13:44:41.438" v="98" actId="47"/>
          <pc:sldLayoutMkLst>
            <pc:docMk/>
            <pc:sldMasterMk cId="2860902747" sldId="2147483648"/>
            <pc:sldLayoutMk cId="2759655649" sldId="2147483650"/>
          </pc:sldLayoutMkLst>
        </pc:sldLayoutChg>
      </pc:sldMasterChg>
      <pc:sldMasterChg chg="del delSldLayout">
        <pc:chgData name="Laia Maso I Reixach" userId="07ba3a86-e589-4d8d-9e66-87d4946c1585" providerId="ADAL" clId="{657546CD-7DA7-4AB9-A7B9-C078C42CDB83}" dt="2026-09-17T13:44:57.596" v="99" actId="47"/>
        <pc:sldMasterMkLst>
          <pc:docMk/>
          <pc:sldMasterMk cId="2431477468" sldId="2147483651"/>
        </pc:sldMasterMkLst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2681769430" sldId="2147483652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675609206" sldId="2147483653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1591866768" sldId="2147483654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2143057740" sldId="2147483655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3010955663" sldId="2147483656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1831041991" sldId="2147483657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1558412245" sldId="2147483658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1665848274" sldId="2147483659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3178157701" sldId="2147483660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2623936685" sldId="2147483661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757658527" sldId="2147483662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4281782422" sldId="2147483663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415688433" sldId="2147483664"/>
          </pc:sldLayoutMkLst>
        </pc:sldLayoutChg>
        <pc:sldLayoutChg chg="del">
          <pc:chgData name="Laia Maso I Reixach" userId="07ba3a86-e589-4d8d-9e66-87d4946c1585" providerId="ADAL" clId="{657546CD-7DA7-4AB9-A7B9-C078C42CDB83}" dt="2026-09-17T13:44:57.596" v="99" actId="47"/>
          <pc:sldLayoutMkLst>
            <pc:docMk/>
            <pc:sldMasterMk cId="2431477468" sldId="2147483651"/>
            <pc:sldLayoutMk cId="1594149204" sldId="2147483665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Supervivencia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F9-47E6-8AF4-FDE32D4DDA18}"/>
              </c:ext>
            </c:extLst>
          </c:dPt>
          <c:dPt>
            <c:idx val="1"/>
            <c:bubble3D val="0"/>
            <c:spPr>
              <a:solidFill>
                <a:srgbClr val="E7E8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F9-47E6-8AF4-FDE32D4DDA18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F9-47E6-8AF4-FDE32D4DDA18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F9-47E6-8AF4-FDE32D4DDA18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Sobreviven</c:v>
                </c:pt>
                <c:pt idx="1">
                  <c:v>Cierran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50.59</c:v>
                </c:pt>
                <c:pt idx="1">
                  <c:v>49.41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F9-47E6-8AF4-FDE32D4DD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 w="12700" cap="flat">
          <a:solidFill>
            <a:srgbClr val="FAF7F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2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7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Supervivencia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2A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Fine dining</c:v>
                </c:pt>
                <c:pt idx="1">
                  <c:v>Fast casual</c:v>
                </c:pt>
                <c:pt idx="2">
                  <c:v>Mexicana</c:v>
                </c:pt>
                <c:pt idx="3">
                  <c:v>India</c:v>
                </c:pt>
                <c:pt idx="4">
                  <c:v>Italiana</c:v>
                </c:pt>
                <c:pt idx="5">
                  <c:v>Americana</c:v>
                </c:pt>
                <c:pt idx="6">
                  <c:v>Cafetería</c:v>
                </c:pt>
                <c:pt idx="7">
                  <c:v>China</c:v>
                </c:pt>
                <c:pt idx="8">
                  <c:v>Japonesa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51.7</c:v>
                </c:pt>
                <c:pt idx="1">
                  <c:v>51.3</c:v>
                </c:pt>
                <c:pt idx="2">
                  <c:v>51.2</c:v>
                </c:pt>
                <c:pt idx="3">
                  <c:v>51.2</c:v>
                </c:pt>
                <c:pt idx="4">
                  <c:v>51</c:v>
                </c:pt>
                <c:pt idx="5">
                  <c:v>50.2</c:v>
                </c:pt>
                <c:pt idx="6">
                  <c:v>50.1</c:v>
                </c:pt>
                <c:pt idx="7">
                  <c:v>49.6</c:v>
                </c:pt>
                <c:pt idx="8">
                  <c:v>48.8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56-4B2B-8886-C31EABBC3D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5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7F0"/>
        </a:solidFill>
        <a:ln w="12700" cap="flat">
          <a:solidFill>
            <a:srgbClr val="FAF7F0"/>
          </a:solidFill>
        </a:ln>
        <a:effectLst/>
      </c:spPr>
    </c:plotArea>
    <c:plotVisOnly val="1"/>
    <c:dispBlanksAs val="span"/>
    <c:showDLblsOverMax val="1"/>
  </c:chart>
  <c:spPr>
    <a:solidFill>
      <a:srgbClr val="FAF7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Supervivencia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2A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Centro urbano</c:v>
                </c:pt>
                <c:pt idx="1">
                  <c:v>Local aislado</c:v>
                </c:pt>
                <c:pt idx="2">
                  <c:v>Suburbana</c:v>
                </c:pt>
                <c:pt idx="3">
                  <c:v>C. comercial</c:v>
                </c:pt>
                <c:pt idx="4">
                  <c:v>Turística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45.8</c:v>
                </c:pt>
                <c:pt idx="1">
                  <c:v>49.2</c:v>
                </c:pt>
                <c:pt idx="2">
                  <c:v>52</c:v>
                </c:pt>
                <c:pt idx="3">
                  <c:v>52.2</c:v>
                </c:pt>
                <c:pt idx="4">
                  <c:v>56.7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C-488B-BF8F-F55FEE1CC5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E5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7F0"/>
        </a:solidFill>
        <a:ln w="12700" cap="flat">
          <a:solidFill>
            <a:srgbClr val="FAF7F0"/>
          </a:solidFill>
        </a:ln>
        <a:effectLst/>
      </c:spPr>
    </c:plotArea>
    <c:plotVisOnly val="1"/>
    <c:dispBlanksAs val="span"/>
    <c:showDLblsOverMax val="1"/>
  </c:chart>
  <c:spPr>
    <a:solidFill>
      <a:srgbClr val="FAF7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Supervivencia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59-4E7E-B348-AB73EA49188F}"/>
              </c:ext>
            </c:extLst>
          </c:dPt>
          <c:dPt>
            <c:idx val="1"/>
            <c:invertIfNegative val="0"/>
            <c:bubble3D val="0"/>
            <c:spPr>
              <a:solidFill>
                <a:srgbClr val="A7BE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59-4E7E-B348-AB73EA49188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2A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Franquicia</c:v>
                </c:pt>
                <c:pt idx="1">
                  <c:v>Independiente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46.3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59-4E7E-B348-AB73EA4918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5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7F0"/>
        </a:solidFill>
        <a:ln w="12700" cap="flat">
          <a:solidFill>
            <a:srgbClr val="FAF7F0"/>
          </a:solidFill>
        </a:ln>
        <a:effectLst/>
      </c:spPr>
    </c:plotArea>
    <c:plotVisOnly val="1"/>
    <c:dispBlanksAs val="span"/>
    <c:showDLblsOverMax val="1"/>
  </c:chart>
  <c:spPr>
    <a:solidFill>
      <a:srgbClr val="FAF7F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Supervivencia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2A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3,0</c:v>
                </c:pt>
                <c:pt idx="1">
                  <c:v>3,0–3,5</c:v>
                </c:pt>
                <c:pt idx="2">
                  <c:v>3,5–4,0</c:v>
                </c:pt>
                <c:pt idx="3">
                  <c:v>4,0–4,5</c:v>
                </c:pt>
                <c:pt idx="4">
                  <c:v>≥ 4,5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41</c:v>
                </c:pt>
                <c:pt idx="2">
                  <c:v>48</c:v>
                </c:pt>
                <c:pt idx="3">
                  <c:v>56</c:v>
                </c:pt>
                <c:pt idx="4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4-4917-A2F2-E431D8490C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5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7F0"/>
        </a:solidFill>
        <a:ln w="12700" cap="flat">
          <a:solidFill>
            <a:srgbClr val="FAF7F0"/>
          </a:solidFill>
        </a:ln>
        <a:effectLst/>
      </c:spPr>
    </c:plotArea>
    <c:plotVisOnly val="1"/>
    <c:dispBlanksAs val="span"/>
    <c:showDLblsOverMax val="1"/>
  </c:chart>
  <c:spPr>
    <a:solidFill>
      <a:srgbClr val="FAF7F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Cierres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A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Concepto inadecuado</c:v>
                </c:pt>
                <c:pt idx="1">
                  <c:v>Motivos personales</c:v>
                </c:pt>
                <c:pt idx="2">
                  <c:v>Mala ubicación</c:v>
                </c:pt>
                <c:pt idx="3">
                  <c:v>Malas reseñas</c:v>
                </c:pt>
                <c:pt idx="4">
                  <c:v>Exceso de competencia</c:v>
                </c:pt>
                <c:pt idx="5">
                  <c:v>Alquiler elevado</c:v>
                </c:pt>
                <c:pt idx="6">
                  <c:v>Descapitalización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</c:v>
                </c:pt>
                <c:pt idx="1">
                  <c:v>4.8</c:v>
                </c:pt>
                <c:pt idx="2">
                  <c:v>6</c:v>
                </c:pt>
                <c:pt idx="3">
                  <c:v>6.2</c:v>
                </c:pt>
                <c:pt idx="4">
                  <c:v>10.7</c:v>
                </c:pt>
                <c:pt idx="5">
                  <c:v>26.4</c:v>
                </c:pt>
                <c:pt idx="6">
                  <c:v>43.1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6A-483F-AE84-56D0D2D62F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5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7F0"/>
        </a:solidFill>
        <a:ln w="12700" cap="flat">
          <a:solidFill>
            <a:srgbClr val="FAF7F0"/>
          </a:solidFill>
        </a:ln>
        <a:effectLst/>
      </c:spPr>
    </c:plotArea>
    <c:plotVisOnly val="1"/>
    <c:dispBlanksAs val="span"/>
    <c:showDLblsOverMax val="1"/>
  </c:chart>
  <c:spPr>
    <a:solidFill>
      <a:srgbClr val="FAF7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A5E0-2BBF-6CF2-A430-8864E06E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7B6FD-7709-5E4A-2825-D0F93C8DE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98EB6-B949-8072-CBA1-54D135046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F9FAB-BE94-60AC-2ED3-EDEC608D9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90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85120" y="0"/>
            <a:ext cx="1706880" cy="68580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53440" y="140208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MINIPROYECTO EXCEL  ·  2026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853440" y="1950720"/>
            <a:ext cx="89001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5067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algunos restaurantes sobreviven y otros fracasan?</a:t>
            </a:r>
            <a:endParaRPr lang="en-US" sz="5067" dirty="0"/>
          </a:p>
        </p:txBody>
      </p:sp>
      <p:sp>
        <p:nvSpPr>
          <p:cNvPr id="5" name="Text 3"/>
          <p:cNvSpPr/>
          <p:nvPr/>
        </p:nvSpPr>
        <p:spPr>
          <a:xfrm>
            <a:off x="853440" y="4084320"/>
            <a:ext cx="8900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45.000 restaurantes y su supervivencia a los tres años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853440" y="4815840"/>
            <a:ext cx="1097280" cy="4876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53440" y="512064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Masó Reixach  ·  Ironhack / EY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CONTEXTO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punto de partida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13167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datos he analizado y con qué objetivo</a:t>
            </a:r>
            <a:endParaRPr lang="en-US" sz="1533" dirty="0"/>
          </a:p>
        </p:txBody>
      </p:sp>
      <p:sp>
        <p:nvSpPr>
          <p:cNvPr id="5" name="Shape 3"/>
          <p:cNvSpPr/>
          <p:nvPr/>
        </p:nvSpPr>
        <p:spPr>
          <a:xfrm>
            <a:off x="609600" y="2133600"/>
            <a:ext cx="3413760" cy="2316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09600" y="2133600"/>
            <a:ext cx="341376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8041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45.000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914400" y="304800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analizados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38144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un restaurante con su resultado a los 3 años.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133600"/>
            <a:ext cx="3413760" cy="2316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389120" y="2133600"/>
            <a:ext cx="341376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93920" y="2377440"/>
            <a:ext cx="28041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733" dirty="0"/>
          </a:p>
        </p:txBody>
      </p:sp>
      <p:sp>
        <p:nvSpPr>
          <p:cNvPr id="13" name="Text 11"/>
          <p:cNvSpPr/>
          <p:nvPr/>
        </p:nvSpPr>
        <p:spPr>
          <a:xfrm>
            <a:off x="4693920" y="304800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disponibles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3920" y="3438144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cocina, ubicación, franquicia, economía y reseñas.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68640" y="2133600"/>
            <a:ext cx="3413760" cy="2316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168640" y="2133600"/>
            <a:ext cx="341376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473440" y="2377440"/>
            <a:ext cx="28041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años</a:t>
            </a:r>
            <a:endParaRPr lang="en-US" sz="3733" dirty="0"/>
          </a:p>
        </p:txBody>
      </p:sp>
      <p:sp>
        <p:nvSpPr>
          <p:cNvPr id="18" name="Text 16"/>
          <p:cNvSpPr/>
          <p:nvPr/>
        </p:nvSpPr>
        <p:spPr>
          <a:xfrm>
            <a:off x="8473440" y="304800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temporal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73440" y="3438144"/>
            <a:ext cx="28041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objetivo indica si el negocio sigue abierto.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600" y="4815840"/>
            <a:ext cx="10972800" cy="926592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75360" y="4840223"/>
            <a:ext cx="10241280" cy="886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investigación: ¿qué diferencia a los restaurantes que sobreviven de los que cierran antes de los tres años?</a:t>
            </a:r>
            <a:endParaRPr lang="en-US" b="1" dirty="0"/>
          </a:p>
        </p:txBody>
      </p:sp>
      <p:sp>
        <p:nvSpPr>
          <p:cNvPr id="22" name="Text 20"/>
          <p:cNvSpPr/>
          <p:nvPr/>
        </p:nvSpPr>
        <p:spPr>
          <a:xfrm>
            <a:off x="609600" y="62788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de restaurantes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28960" y="62788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E59846B6-668E-81E9-01D8-A051C7E8E1AC}"/>
              </a:ext>
            </a:extLst>
          </p:cNvPr>
          <p:cNvSpPr/>
          <p:nvPr/>
        </p:nvSpPr>
        <p:spPr>
          <a:xfrm>
            <a:off x="914400" y="4187952"/>
            <a:ext cx="40085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</a:t>
            </a:r>
            <a:r>
              <a:rPr lang="en-US" sz="1400" dirty="0" err="1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4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Kaggle -&gt;Sergey </a:t>
            </a:r>
            <a:r>
              <a:rPr lang="en-US" sz="1400" dirty="0" err="1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Nefedov</a:t>
            </a:r>
            <a:r>
              <a:rPr lang="en-US" sz="14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(Owner) 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PANORAMA GENERAL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 de cada dos sobrevive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13167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global a los tres años y tasa por tipo de cocina</a:t>
            </a:r>
            <a:endParaRPr lang="en-US" sz="1533" dirty="0"/>
          </a:p>
        </p:txBody>
      </p:sp>
      <p:sp>
        <p:nvSpPr>
          <p:cNvPr id="5" name="Text 3"/>
          <p:cNvSpPr/>
          <p:nvPr/>
        </p:nvSpPr>
        <p:spPr>
          <a:xfrm>
            <a:off x="609600" y="1889760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global</a:t>
            </a:r>
            <a:endParaRPr lang="en-US" sz="1533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26720" y="2194560"/>
          <a:ext cx="4267200" cy="3169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242560" y="1889760"/>
            <a:ext cx="6339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supervivencia por tipo de cocina</a:t>
            </a:r>
            <a:endParaRPr lang="en-US" sz="1533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120640" y="2194560"/>
          <a:ext cx="6583680" cy="3169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09600" y="5425440"/>
            <a:ext cx="10972800" cy="75590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975360" y="5449824"/>
            <a:ext cx="102412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22.764 restaurantes superan los tres años. El tipo de cocina apenas influye: entre la mejor y la peor solo hay 2,9 puntos.</a:t>
            </a:r>
            <a:endParaRPr lang="en-US" sz="1533" dirty="0"/>
          </a:p>
        </p:txBody>
      </p:sp>
      <p:sp>
        <p:nvSpPr>
          <p:cNvPr id="11" name="Text 7"/>
          <p:cNvSpPr/>
          <p:nvPr/>
        </p:nvSpPr>
        <p:spPr>
          <a:xfrm>
            <a:off x="609600" y="62788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de restaurantes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728960" y="62788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FACTORES CLAVE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sí marca la diferencia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13167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supervivencia según ubicación, modelo de negocio y valoración de los clientes</a:t>
            </a:r>
            <a:endParaRPr lang="en-US" sz="1533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533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2133600"/>
          <a:ext cx="3962400" cy="3169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35424" y="1828800"/>
            <a:ext cx="3169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533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389120" y="2133600"/>
          <a:ext cx="3291840" cy="3169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7985760" y="1828800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de los clientes</a:t>
            </a:r>
            <a:endParaRPr lang="en-US" sz="1533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7802880" y="2133600"/>
          <a:ext cx="4023360" cy="3169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609600" y="5425440"/>
            <a:ext cx="10972800" cy="75590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/>
          <p:nvPr/>
        </p:nvSpPr>
        <p:spPr>
          <a:xfrm>
            <a:off x="975360" y="5449824"/>
            <a:ext cx="102412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del propietario apunta en la misma dirección: del 41% con menos de dos años al 61% con más de diez.</a:t>
            </a:r>
            <a:endParaRPr lang="en-US" sz="1533" dirty="0"/>
          </a:p>
        </p:txBody>
      </p:sp>
      <p:sp>
        <p:nvSpPr>
          <p:cNvPr id="13" name="Text 8"/>
          <p:cNvSpPr/>
          <p:nvPr/>
        </p:nvSpPr>
        <p:spPr>
          <a:xfrm>
            <a:off x="609600" y="62788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de restaurantes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728960" y="62788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CAUSAS DE CIERRE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dinero explica los cierres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13167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Motivos de cierre de los 22.236 restaurantes que no llegaron a los tres años</a:t>
            </a:r>
            <a:endParaRPr lang="en-US" sz="1533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889760"/>
          <a:ext cx="792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2011680"/>
            <a:ext cx="2987040" cy="3230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595360" y="2011680"/>
            <a:ext cx="298704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900160" y="2255520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69,5 %</a:t>
            </a:r>
            <a:endParaRPr lang="en-US" sz="3467" dirty="0"/>
          </a:p>
        </p:txBody>
      </p:sp>
      <p:sp>
        <p:nvSpPr>
          <p:cNvPr id="9" name="Text 6"/>
          <p:cNvSpPr/>
          <p:nvPr/>
        </p:nvSpPr>
        <p:spPr>
          <a:xfrm>
            <a:off x="8900160" y="2926080"/>
            <a:ext cx="2438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cierres se deben a falta de capital o a un alquiler demasiado alto.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8900160" y="4023360"/>
            <a:ext cx="243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malas reseñas solo explican el 6,2%: el problema rara vez es la comida.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609600" y="5425440"/>
            <a:ext cx="10972800" cy="755904"/>
          </a:xfrm>
          <a:prstGeom prst="rect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975360" y="5449824"/>
            <a:ext cx="102412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motivos económicos concentran la mayoría de los cierres, muy por delante de los relacionados con el producto.</a:t>
            </a:r>
            <a:endParaRPr lang="en-US" sz="1533" dirty="0"/>
          </a:p>
        </p:txBody>
      </p:sp>
      <p:sp>
        <p:nvSpPr>
          <p:cNvPr id="13" name="Text 10"/>
          <p:cNvSpPr/>
          <p:nvPr/>
        </p:nvSpPr>
        <p:spPr>
          <a:xfrm>
            <a:off x="609600" y="62788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de restaurantes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728960" y="62788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PROCESO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09600" y="707136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 err="1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Cosas</a:t>
            </a:r>
            <a:r>
              <a:rPr lang="en-US" sz="3733" b="1" dirty="0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r>
              <a:rPr lang="en-US" sz="3733" b="1" dirty="0" err="1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tener</a:t>
            </a:r>
            <a:r>
              <a:rPr lang="en-US" sz="3733" b="1" dirty="0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733" b="1" dirty="0" err="1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3733" b="1" dirty="0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733" b="1" dirty="0" err="1">
                <a:solidFill>
                  <a:srgbClr val="3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cuenta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645920"/>
            <a:ext cx="3779520" cy="4023360"/>
          </a:xfrm>
          <a:prstGeom prst="rect">
            <a:avLst/>
          </a:prstGeom>
          <a:solidFill>
            <a:srgbClr val="3A2A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50976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0976" y="2462784"/>
            <a:ext cx="310896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3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Comprobar siempre sobre qué total está calculado un porcentaje.</a:t>
            </a:r>
            <a:endParaRPr lang="en-US" sz="2133" dirty="0"/>
          </a:p>
        </p:txBody>
      </p:sp>
      <p:sp>
        <p:nvSpPr>
          <p:cNvPr id="7" name="Shape 5"/>
          <p:cNvSpPr/>
          <p:nvPr/>
        </p:nvSpPr>
        <p:spPr>
          <a:xfrm>
            <a:off x="950976" y="4389120"/>
            <a:ext cx="670560" cy="609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50976" y="460857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mal denominador cambia toda la conclusión.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815840" y="1865376"/>
            <a:ext cx="609600" cy="6096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15840" y="18653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5669280" y="1865376"/>
            <a:ext cx="5913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Porcentajes sobre el total general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5669280" y="2279904"/>
            <a:ext cx="5913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i="1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cambié a % del total de fila.</a:t>
            </a:r>
            <a:endParaRPr lang="en-US" sz="1533" dirty="0"/>
          </a:p>
        </p:txBody>
      </p:sp>
      <p:sp>
        <p:nvSpPr>
          <p:cNvPr id="13" name="Shape 11"/>
          <p:cNvSpPr/>
          <p:nvPr/>
        </p:nvSpPr>
        <p:spPr>
          <a:xfrm>
            <a:off x="5669280" y="2905390"/>
            <a:ext cx="5913120" cy="14631"/>
          </a:xfrm>
          <a:prstGeom prst="rect">
            <a:avLst/>
          </a:prstGeom>
          <a:solidFill>
            <a:srgbClr val="E5DF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815840" y="3182112"/>
            <a:ext cx="609600" cy="6096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15840" y="3182112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5669280" y="3182112"/>
            <a:ext cx="5913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867" b="1" dirty="0">
                <a:solidFill>
                  <a:srgbClr val="3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Confundí cuándo sumar y cuándo contar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5669280" y="3596640"/>
            <a:ext cx="5913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533" i="1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0/1 se suman porque la suma ya equivale a contar los casos que cumplen la condición. Los identificadores se cuentan porque su valor no significa nada.</a:t>
            </a:r>
            <a:endParaRPr lang="en-US" sz="1533" dirty="0"/>
          </a:p>
        </p:txBody>
      </p:sp>
      <p:sp>
        <p:nvSpPr>
          <p:cNvPr id="18" name="Shape 16"/>
          <p:cNvSpPr/>
          <p:nvPr/>
        </p:nvSpPr>
        <p:spPr>
          <a:xfrm>
            <a:off x="5669280" y="4434561"/>
            <a:ext cx="5913120" cy="14631"/>
          </a:xfrm>
          <a:prstGeom prst="rect">
            <a:avLst/>
          </a:prstGeom>
          <a:solidFill>
            <a:srgbClr val="E5DF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09600" y="627888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de restaurantes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28960" y="627888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3759F-ECA1-A512-D07D-7A48DC69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EE41E7-B9DE-CD9A-28D6-4C62D95A67D8}"/>
              </a:ext>
            </a:extLst>
          </p:cNvPr>
          <p:cNvSpPr/>
          <p:nvPr/>
        </p:nvSpPr>
        <p:spPr>
          <a:xfrm>
            <a:off x="10485120" y="0"/>
            <a:ext cx="1706880" cy="68580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08F355-9DBD-897B-3C96-E461C7B881C6}"/>
              </a:ext>
            </a:extLst>
          </p:cNvPr>
          <p:cNvSpPr/>
          <p:nvPr/>
        </p:nvSpPr>
        <p:spPr>
          <a:xfrm>
            <a:off x="853440" y="1466736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MINIPROYECTO EXCEL  ·  2026</a:t>
            </a:r>
            <a:endParaRPr lang="en-US" sz="1467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88D3A0-957B-61C7-BCA3-E37B1E0B89A7}"/>
              </a:ext>
            </a:extLst>
          </p:cNvPr>
          <p:cNvSpPr/>
          <p:nvPr/>
        </p:nvSpPr>
        <p:spPr>
          <a:xfrm>
            <a:off x="853440" y="1832496"/>
            <a:ext cx="9352742" cy="197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s-ES" sz="3200" b="1" dirty="0">
                <a:latin typeface="Georgia" panose="02040502050405020303" pitchFamily="18" charset="0"/>
              </a:rPr>
              <a:t>La supervivencia de un restaurante depende más de sus condiciones económicas y de su </a:t>
            </a:r>
          </a:p>
          <a:p>
            <a:pPr>
              <a:lnSpc>
                <a:spcPct val="105000"/>
              </a:lnSpc>
            </a:pPr>
            <a:r>
              <a:rPr lang="es-ES" sz="3200" b="1" dirty="0">
                <a:latin typeface="Georgia" panose="02040502050405020303" pitchFamily="18" charset="0"/>
              </a:rPr>
              <a:t>ubicación que del tipo de comida que sirve</a:t>
            </a:r>
            <a:endParaRPr lang="en-US" sz="5067" b="1" dirty="0">
              <a:latin typeface="Georgia" panose="02040502050405020303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567DA9-C5E1-A022-0173-68DF02231356}"/>
              </a:ext>
            </a:extLst>
          </p:cNvPr>
          <p:cNvSpPr/>
          <p:nvPr/>
        </p:nvSpPr>
        <p:spPr>
          <a:xfrm>
            <a:off x="853440" y="4815840"/>
            <a:ext cx="1097280" cy="4876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61E7A6-DE42-F9F3-3D6A-8E71E7878C31}"/>
              </a:ext>
            </a:extLst>
          </p:cNvPr>
          <p:cNvSpPr/>
          <p:nvPr/>
        </p:nvSpPr>
        <p:spPr>
          <a:xfrm>
            <a:off x="853440" y="512064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Masó Reixach  ·  Ironhack / EY</a:t>
            </a:r>
            <a:endParaRPr lang="en-US" sz="1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04445C0-FE99-7692-8C14-DD8AC49AB6E2}"/>
              </a:ext>
            </a:extLst>
          </p:cNvPr>
          <p:cNvSpPr/>
          <p:nvPr/>
        </p:nvSpPr>
        <p:spPr>
          <a:xfrm>
            <a:off x="853440" y="4111660"/>
            <a:ext cx="9352742" cy="70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s-ES" sz="2000" dirty="0">
                <a:latin typeface="Georgia" panose="02040502050405020303" pitchFamily="18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51627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459</Words>
  <Application>Microsoft Office PowerPoint</Application>
  <PresentationFormat>Widescreen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Laia Maso I Reixach</dc:creator>
  <cp:lastModifiedBy>Laia Maso I Reixach</cp:lastModifiedBy>
  <cp:revision>1</cp:revision>
  <dcterms:created xsi:type="dcterms:W3CDTF">2026-09-17T11:37:05Z</dcterms:created>
  <dcterms:modified xsi:type="dcterms:W3CDTF">2026-09-17T15:05:53Z</dcterms:modified>
</cp:coreProperties>
</file>