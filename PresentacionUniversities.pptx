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70" r:id="rId3"/>
    <p:sldId id="272" r:id="rId4"/>
    <p:sldId id="259" r:id="rId5"/>
    <p:sldId id="260" r:id="rId6"/>
    <p:sldId id="261" r:id="rId7"/>
    <p:sldId id="262" r:id="rId8"/>
    <p:sldId id="263" r:id="rId9"/>
    <p:sldId id="264" r:id="rId10"/>
    <p:sldId id="271" r:id="rId11"/>
  </p:sldIdLst>
  <p:sldSz cx="9144000" cy="5143500" type="screen16x9"/>
  <p:notesSz cx="5143500" cy="9144000"/>
  <p:custDataLst>
    <p:tags r:id="rId13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22543C-AFB8-4D35-AEFC-DC6AF906F502}" v="335" dt="2026-09-30T14:41:41.8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>
      <p:cViewPr varScale="1">
        <p:scale>
          <a:sx n="76" d="100"/>
          <a:sy n="76" d="100"/>
        </p:scale>
        <p:origin x="52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ia Maso I Reixach" userId="07ba3a86-e589-4d8d-9e66-87d4946c1585" providerId="ADAL" clId="{657546CD-7DA7-4AB9-A7B9-C078C42CDB83}"/>
    <pc:docChg chg="undo custSel addSld delSld modSld sldOrd modMainMaster">
      <pc:chgData name="Laia Maso I Reixach" userId="07ba3a86-e589-4d8d-9e66-87d4946c1585" providerId="ADAL" clId="{657546CD-7DA7-4AB9-A7B9-C078C42CDB83}" dt="2026-09-30T15:07:24.934" v="808" actId="26606"/>
      <pc:docMkLst>
        <pc:docMk/>
      </pc:docMkLst>
      <pc:sldChg chg="modSp mod">
        <pc:chgData name="Laia Maso I Reixach" userId="07ba3a86-e589-4d8d-9e66-87d4946c1585" providerId="ADAL" clId="{657546CD-7DA7-4AB9-A7B9-C078C42CDB83}" dt="2026-09-30T14:34:23.589" v="780" actId="14100"/>
        <pc:sldMkLst>
          <pc:docMk/>
          <pc:sldMk cId="0" sldId="256"/>
        </pc:sldMkLst>
        <pc:spChg chg="mod">
          <ac:chgData name="Laia Maso I Reixach" userId="07ba3a86-e589-4d8d-9e66-87d4946c1585" providerId="ADAL" clId="{657546CD-7DA7-4AB9-A7B9-C078C42CDB83}" dt="2026-09-30T14:34:23.589" v="780" actId="14100"/>
          <ac:spMkLst>
            <pc:docMk/>
            <pc:sldMk cId="0" sldId="256"/>
            <ac:spMk id="5" creationId="{00000000-0000-0000-0000-000000000000}"/>
          </ac:spMkLst>
        </pc:spChg>
        <pc:spChg chg="mod">
          <ac:chgData name="Laia Maso I Reixach" userId="07ba3a86-e589-4d8d-9e66-87d4946c1585" providerId="ADAL" clId="{657546CD-7DA7-4AB9-A7B9-C078C42CDB83}" dt="2026-09-30T14:34:15.835" v="777" actId="1036"/>
          <ac:spMkLst>
            <pc:docMk/>
            <pc:sldMk cId="0" sldId="256"/>
            <ac:spMk id="6" creationId="{00000000-0000-0000-0000-000000000000}"/>
          </ac:spMkLst>
        </pc:spChg>
        <pc:spChg chg="mod">
          <ac:chgData name="Laia Maso I Reixach" userId="07ba3a86-e589-4d8d-9e66-87d4946c1585" providerId="ADAL" clId="{657546CD-7DA7-4AB9-A7B9-C078C42CDB83}" dt="2026-09-30T13:36:57.266" v="21" actId="20577"/>
          <ac:spMkLst>
            <pc:docMk/>
            <pc:sldMk cId="0" sldId="256"/>
            <ac:spMk id="8" creationId="{00000000-0000-0000-0000-000000000000}"/>
          </ac:spMkLst>
        </pc:spChg>
      </pc:sldChg>
      <pc:sldChg chg="delSp del mod">
        <pc:chgData name="Laia Maso I Reixach" userId="07ba3a86-e589-4d8d-9e66-87d4946c1585" providerId="ADAL" clId="{657546CD-7DA7-4AB9-A7B9-C078C42CDB83}" dt="2026-09-30T14:24:44.872" v="753" actId="26606"/>
        <pc:sldMkLst>
          <pc:docMk/>
          <pc:sldMk cId="0" sldId="257"/>
        </pc:sldMkLst>
        <pc:spChg chg="del">
          <ac:chgData name="Laia Maso I Reixach" userId="07ba3a86-e589-4d8d-9e66-87d4946c1585" providerId="ADAL" clId="{657546CD-7DA7-4AB9-A7B9-C078C42CDB83}" dt="2026-09-30T13:49:28.940" v="24" actId="478"/>
          <ac:spMkLst>
            <pc:docMk/>
            <pc:sldMk cId="0" sldId="257"/>
            <ac:spMk id="4" creationId="{00000000-0000-0000-0000-000000000000}"/>
          </ac:spMkLst>
        </pc:spChg>
      </pc:sldChg>
      <pc:sldChg chg="addSp delSp modSp del mod">
        <pc:chgData name="Laia Maso I Reixach" userId="07ba3a86-e589-4d8d-9e66-87d4946c1585" providerId="ADAL" clId="{657546CD-7DA7-4AB9-A7B9-C078C42CDB83}" dt="2026-09-30T14:50:36.655" v="807" actId="26606"/>
        <pc:sldMkLst>
          <pc:docMk/>
          <pc:sldMk cId="0" sldId="258"/>
        </pc:sldMkLst>
        <pc:spChg chg="mod">
          <ac:chgData name="Laia Maso I Reixach" userId="07ba3a86-e589-4d8d-9e66-87d4946c1585" providerId="ADAL" clId="{657546CD-7DA7-4AB9-A7B9-C078C42CDB83}" dt="2026-09-30T14:16:04.034" v="752" actId="20577"/>
          <ac:spMkLst>
            <pc:docMk/>
            <pc:sldMk cId="0" sldId="258"/>
            <ac:spMk id="2" creationId="{00000000-0000-0000-0000-000000000000}"/>
          </ac:spMkLst>
        </pc:spChg>
        <pc:spChg chg="del">
          <ac:chgData name="Laia Maso I Reixach" userId="07ba3a86-e589-4d8d-9e66-87d4946c1585" providerId="ADAL" clId="{657546CD-7DA7-4AB9-A7B9-C078C42CDB83}" dt="2026-09-30T13:49:25.660" v="23" actId="478"/>
          <ac:spMkLst>
            <pc:docMk/>
            <pc:sldMk cId="0" sldId="258"/>
            <ac:spMk id="4" creationId="{00000000-0000-0000-0000-000000000000}"/>
          </ac:spMkLst>
        </pc:spChg>
        <pc:spChg chg="mod">
          <ac:chgData name="Laia Maso I Reixach" userId="07ba3a86-e589-4d8d-9e66-87d4946c1585" providerId="ADAL" clId="{657546CD-7DA7-4AB9-A7B9-C078C42CDB83}" dt="2026-09-30T11:42:44.870" v="1" actId="26606"/>
          <ac:spMkLst>
            <pc:docMk/>
            <pc:sldMk cId="0" sldId="258"/>
            <ac:spMk id="6" creationId="{00000000-0000-0000-0000-000000000000}"/>
          </ac:spMkLst>
        </pc:spChg>
        <pc:spChg chg="mod">
          <ac:chgData name="Laia Maso I Reixach" userId="07ba3a86-e589-4d8d-9e66-87d4946c1585" providerId="ADAL" clId="{657546CD-7DA7-4AB9-A7B9-C078C42CDB83}" dt="2026-09-30T11:42:44.870" v="1" actId="26606"/>
          <ac:spMkLst>
            <pc:docMk/>
            <pc:sldMk cId="0" sldId="258"/>
            <ac:spMk id="8" creationId="{00000000-0000-0000-0000-000000000000}"/>
          </ac:spMkLst>
        </pc:spChg>
        <pc:spChg chg="mod">
          <ac:chgData name="Laia Maso I Reixach" userId="07ba3a86-e589-4d8d-9e66-87d4946c1585" providerId="ADAL" clId="{657546CD-7DA7-4AB9-A7B9-C078C42CDB83}" dt="2026-09-30T11:42:44.870" v="1" actId="26606"/>
          <ac:spMkLst>
            <pc:docMk/>
            <pc:sldMk cId="0" sldId="258"/>
            <ac:spMk id="10" creationId="{00000000-0000-0000-0000-000000000000}"/>
          </ac:spMkLst>
        </pc:spChg>
        <pc:spChg chg="add">
          <ac:chgData name="Laia Maso I Reixach" userId="07ba3a86-e589-4d8d-9e66-87d4946c1585" providerId="ADAL" clId="{657546CD-7DA7-4AB9-A7B9-C078C42CDB83}" dt="2026-09-30T11:42:44.870" v="1" actId="26606"/>
          <ac:spMkLst>
            <pc:docMk/>
            <pc:sldMk cId="0" sldId="258"/>
            <ac:spMk id="12" creationId="{00000000-0000-0000-0000-000000000000}"/>
          </ac:spMkLst>
        </pc:spChg>
        <pc:spChg chg="add">
          <ac:chgData name="Laia Maso I Reixach" userId="07ba3a86-e589-4d8d-9e66-87d4946c1585" providerId="ADAL" clId="{657546CD-7DA7-4AB9-A7B9-C078C42CDB83}" dt="2026-09-30T11:42:44.870" v="1" actId="26606"/>
          <ac:spMkLst>
            <pc:docMk/>
            <pc:sldMk cId="0" sldId="258"/>
            <ac:spMk id="14" creationId="{00000000-0000-0000-0000-000000000000}"/>
          </ac:spMkLst>
        </pc:spChg>
        <pc:spChg chg="add">
          <ac:chgData name="Laia Maso I Reixach" userId="07ba3a86-e589-4d8d-9e66-87d4946c1585" providerId="ADAL" clId="{657546CD-7DA7-4AB9-A7B9-C078C42CDB83}" dt="2026-09-30T11:42:44.870" v="1" actId="26606"/>
          <ac:spMkLst>
            <pc:docMk/>
            <pc:sldMk cId="0" sldId="258"/>
            <ac:spMk id="16" creationId="{00000000-0000-0000-0000-000000000000}"/>
          </ac:spMkLst>
        </pc:spChg>
        <pc:spChg chg="add">
          <ac:chgData name="Laia Maso I Reixach" userId="07ba3a86-e589-4d8d-9e66-87d4946c1585" providerId="ADAL" clId="{657546CD-7DA7-4AB9-A7B9-C078C42CDB83}" dt="2026-09-30T11:42:44.870" v="1" actId="26606"/>
          <ac:spMkLst>
            <pc:docMk/>
            <pc:sldMk cId="0" sldId="258"/>
            <ac:spMk id="19" creationId="{00000000-0000-0000-0000-000000000000}"/>
          </ac:spMkLst>
        </pc:spChg>
        <pc:spChg chg="add">
          <ac:chgData name="Laia Maso I Reixach" userId="07ba3a86-e589-4d8d-9e66-87d4946c1585" providerId="ADAL" clId="{657546CD-7DA7-4AB9-A7B9-C078C42CDB83}" dt="2026-09-30T11:42:44.870" v="1" actId="26606"/>
          <ac:spMkLst>
            <pc:docMk/>
            <pc:sldMk cId="0" sldId="258"/>
            <ac:spMk id="20" creationId="{00000000-0000-0000-0000-000000000000}"/>
          </ac:spMkLst>
        </pc:spChg>
        <pc:spChg chg="add">
          <ac:chgData name="Laia Maso I Reixach" userId="07ba3a86-e589-4d8d-9e66-87d4946c1585" providerId="ADAL" clId="{657546CD-7DA7-4AB9-A7B9-C078C42CDB83}" dt="2026-09-30T11:42:44.870" v="1" actId="26606"/>
          <ac:spMkLst>
            <pc:docMk/>
            <pc:sldMk cId="0" sldId="258"/>
            <ac:spMk id="30" creationId="{00000000-0000-0000-0000-000000000000}"/>
          </ac:spMkLst>
        </pc:spChg>
        <pc:spChg chg="add">
          <ac:chgData name="Laia Maso I Reixach" userId="07ba3a86-e589-4d8d-9e66-87d4946c1585" providerId="ADAL" clId="{657546CD-7DA7-4AB9-A7B9-C078C42CDB83}" dt="2026-09-30T11:42:44.870" v="1" actId="26606"/>
          <ac:spMkLst>
            <pc:docMk/>
            <pc:sldMk cId="0" sldId="258"/>
            <ac:spMk id="31" creationId="{00000000-0000-0000-0000-000000000000}"/>
          </ac:spMkLst>
        </pc:spChg>
        <pc:graphicFrameChg chg="mod replId">
          <ac:chgData name="Laia Maso I Reixach" userId="07ba3a86-e589-4d8d-9e66-87d4946c1585" providerId="ADAL" clId="{657546CD-7DA7-4AB9-A7B9-C078C42CDB83}" dt="2026-09-30T11:42:44.471" v="0" actId="26606"/>
          <ac:graphicFrameMkLst>
            <pc:docMk/>
            <pc:sldMk cId="0" sldId="258"/>
            <ac:graphicFrameMk id="32" creationId="{00000000-0000-0000-0000-000000000000}"/>
          </ac:graphicFrameMkLst>
        </pc:graphicFrameChg>
      </pc:sldChg>
      <pc:sldChg chg="addSp delSp modSp mod">
        <pc:chgData name="Laia Maso I Reixach" userId="07ba3a86-e589-4d8d-9e66-87d4946c1585" providerId="ADAL" clId="{657546CD-7DA7-4AB9-A7B9-C078C42CDB83}" dt="2026-09-30T15:07:24.934" v="808" actId="26606"/>
        <pc:sldMkLst>
          <pc:docMk/>
          <pc:sldMk cId="0" sldId="259"/>
        </pc:sldMkLst>
        <pc:spChg chg="mod">
          <ac:chgData name="Laia Maso I Reixach" userId="07ba3a86-e589-4d8d-9e66-87d4946c1585" providerId="ADAL" clId="{657546CD-7DA7-4AB9-A7B9-C078C42CDB83}" dt="2026-09-30T15:07:24.934" v="808" actId="26606"/>
          <ac:spMkLst>
            <pc:docMk/>
            <pc:sldMk cId="0" sldId="259"/>
            <ac:spMk id="2" creationId="{00000000-0000-0000-0000-000000000000}"/>
          </ac:spMkLst>
        </pc:spChg>
        <pc:spChg chg="mod">
          <ac:chgData name="Laia Maso I Reixach" userId="07ba3a86-e589-4d8d-9e66-87d4946c1585" providerId="ADAL" clId="{657546CD-7DA7-4AB9-A7B9-C078C42CDB83}" dt="2026-09-30T11:42:44.870" v="1" actId="26606"/>
          <ac:spMkLst>
            <pc:docMk/>
            <pc:sldMk cId="0" sldId="259"/>
            <ac:spMk id="3" creationId="{00000000-0000-0000-0000-000000000000}"/>
          </ac:spMkLst>
        </pc:spChg>
        <pc:spChg chg="del">
          <ac:chgData name="Laia Maso I Reixach" userId="07ba3a86-e589-4d8d-9e66-87d4946c1585" providerId="ADAL" clId="{657546CD-7DA7-4AB9-A7B9-C078C42CDB83}" dt="2026-09-30T13:49:20.922" v="22" actId="478"/>
          <ac:spMkLst>
            <pc:docMk/>
            <pc:sldMk cId="0" sldId="259"/>
            <ac:spMk id="4" creationId="{00000000-0000-0000-0000-000000000000}"/>
          </ac:spMkLst>
        </pc:spChg>
        <pc:spChg chg="mod">
          <ac:chgData name="Laia Maso I Reixach" userId="07ba3a86-e589-4d8d-9e66-87d4946c1585" providerId="ADAL" clId="{657546CD-7DA7-4AB9-A7B9-C078C42CDB83}" dt="2026-09-30T11:42:44.870" v="1" actId="26606"/>
          <ac:spMkLst>
            <pc:docMk/>
            <pc:sldMk cId="0" sldId="259"/>
            <ac:spMk id="5" creationId="{00000000-0000-0000-0000-000000000000}"/>
          </ac:spMkLst>
        </pc:spChg>
        <pc:spChg chg="mod">
          <ac:chgData name="Laia Maso I Reixach" userId="07ba3a86-e589-4d8d-9e66-87d4946c1585" providerId="ADAL" clId="{657546CD-7DA7-4AB9-A7B9-C078C42CDB83}" dt="2026-09-30T11:42:44.870" v="1" actId="26606"/>
          <ac:spMkLst>
            <pc:docMk/>
            <pc:sldMk cId="0" sldId="259"/>
            <ac:spMk id="6" creationId="{00000000-0000-0000-0000-000000000000}"/>
          </ac:spMkLst>
        </pc:spChg>
        <pc:spChg chg="mod">
          <ac:chgData name="Laia Maso I Reixach" userId="07ba3a86-e589-4d8d-9e66-87d4946c1585" providerId="ADAL" clId="{657546CD-7DA7-4AB9-A7B9-C078C42CDB83}" dt="2026-09-30T11:42:44.870" v="1" actId="26606"/>
          <ac:spMkLst>
            <pc:docMk/>
            <pc:sldMk cId="0" sldId="259"/>
            <ac:spMk id="8" creationId="{00000000-0000-0000-0000-000000000000}"/>
          </ac:spMkLst>
        </pc:spChg>
        <pc:spChg chg="mod">
          <ac:chgData name="Laia Maso I Reixach" userId="07ba3a86-e589-4d8d-9e66-87d4946c1585" providerId="ADAL" clId="{657546CD-7DA7-4AB9-A7B9-C078C42CDB83}" dt="2026-09-30T11:42:44.870" v="1" actId="26606"/>
          <ac:spMkLst>
            <pc:docMk/>
            <pc:sldMk cId="0" sldId="259"/>
            <ac:spMk id="9" creationId="{00000000-0000-0000-0000-000000000000}"/>
          </ac:spMkLst>
        </pc:spChg>
        <pc:spChg chg="add">
          <ac:chgData name="Laia Maso I Reixach" userId="07ba3a86-e589-4d8d-9e66-87d4946c1585" providerId="ADAL" clId="{657546CD-7DA7-4AB9-A7B9-C078C42CDB83}" dt="2026-09-30T11:42:44.870" v="1" actId="26606"/>
          <ac:spMkLst>
            <pc:docMk/>
            <pc:sldMk cId="0" sldId="259"/>
            <ac:spMk id="10" creationId="{00000000-0000-0000-0000-000000000000}"/>
          </ac:spMkLst>
        </pc:spChg>
        <pc:spChg chg="add del">
          <ac:chgData name="Laia Maso I Reixach" userId="07ba3a86-e589-4d8d-9e66-87d4946c1585" providerId="ADAL" clId="{657546CD-7DA7-4AB9-A7B9-C078C42CDB83}" dt="2026-09-30T15:07:24.934" v="808" actId="26606"/>
          <ac:spMkLst>
            <pc:docMk/>
            <pc:sldMk cId="0" sldId="259"/>
            <ac:spMk id="11" creationId="{00000000-0000-0000-0000-000000000000}"/>
          </ac:spMkLst>
        </pc:spChg>
        <pc:spChg chg="del">
          <ac:chgData name="Laia Maso I Reixach" userId="07ba3a86-e589-4d8d-9e66-87d4946c1585" providerId="ADAL" clId="{657546CD-7DA7-4AB9-A7B9-C078C42CDB83}" dt="2026-09-30T11:42:44.870" v="1" actId="26606"/>
          <ac:spMkLst>
            <pc:docMk/>
            <pc:sldMk cId="0" sldId="259"/>
            <ac:spMk id="12" creationId="{00000000-0000-0000-0000-000000000000}"/>
          </ac:spMkLst>
        </pc:spChg>
        <pc:spChg chg="del">
          <ac:chgData name="Laia Maso I Reixach" userId="07ba3a86-e589-4d8d-9e66-87d4946c1585" providerId="ADAL" clId="{657546CD-7DA7-4AB9-A7B9-C078C42CDB83}" dt="2026-09-30T11:42:44.870" v="1" actId="26606"/>
          <ac:spMkLst>
            <pc:docMk/>
            <pc:sldMk cId="0" sldId="259"/>
            <ac:spMk id="13" creationId="{00000000-0000-0000-0000-000000000000}"/>
          </ac:spMkLst>
        </pc:spChg>
        <pc:graphicFrameChg chg="mod replId">
          <ac:chgData name="Laia Maso I Reixach" userId="07ba3a86-e589-4d8d-9e66-87d4946c1585" providerId="ADAL" clId="{657546CD-7DA7-4AB9-A7B9-C078C42CDB83}" dt="2026-09-30T11:42:44.471" v="0" actId="26606"/>
          <ac:graphicFrameMkLst>
            <pc:docMk/>
            <pc:sldMk cId="0" sldId="259"/>
            <ac:graphicFrameMk id="14" creationId="{00000000-0000-0000-0000-000000000000}"/>
          </ac:graphicFrameMkLst>
        </pc:graphicFrameChg>
      </pc:sldChg>
      <pc:sldChg chg="addSp delSp modSp mod">
        <pc:chgData name="Laia Maso I Reixach" userId="07ba3a86-e589-4d8d-9e66-87d4946c1585" providerId="ADAL" clId="{657546CD-7DA7-4AB9-A7B9-C078C42CDB83}" dt="2026-09-30T15:07:24.934" v="808" actId="26606"/>
        <pc:sldMkLst>
          <pc:docMk/>
          <pc:sldMk cId="0" sldId="260"/>
        </pc:sldMkLst>
        <pc:spChg chg="mod">
          <ac:chgData name="Laia Maso I Reixach" userId="07ba3a86-e589-4d8d-9e66-87d4946c1585" providerId="ADAL" clId="{657546CD-7DA7-4AB9-A7B9-C078C42CDB83}" dt="2026-09-30T15:07:24.934" v="808" actId="26606"/>
          <ac:spMkLst>
            <pc:docMk/>
            <pc:sldMk cId="0" sldId="260"/>
            <ac:spMk id="2" creationId="{00000000-0000-0000-0000-000000000000}"/>
          </ac:spMkLst>
        </pc:spChg>
        <pc:spChg chg="mod">
          <ac:chgData name="Laia Maso I Reixach" userId="07ba3a86-e589-4d8d-9e66-87d4946c1585" providerId="ADAL" clId="{657546CD-7DA7-4AB9-A7B9-C078C42CDB83}" dt="2026-09-30T11:42:44.870" v="1" actId="26606"/>
          <ac:spMkLst>
            <pc:docMk/>
            <pc:sldMk cId="0" sldId="260"/>
            <ac:spMk id="3" creationId="{00000000-0000-0000-0000-000000000000}"/>
          </ac:spMkLst>
        </pc:spChg>
        <pc:spChg chg="del">
          <ac:chgData name="Laia Maso I Reixach" userId="07ba3a86-e589-4d8d-9e66-87d4946c1585" providerId="ADAL" clId="{657546CD-7DA7-4AB9-A7B9-C078C42CDB83}" dt="2026-09-30T14:01:46.771" v="729" actId="478"/>
          <ac:spMkLst>
            <pc:docMk/>
            <pc:sldMk cId="0" sldId="260"/>
            <ac:spMk id="4" creationId="{00000000-0000-0000-0000-000000000000}"/>
          </ac:spMkLst>
        </pc:spChg>
        <pc:spChg chg="mod">
          <ac:chgData name="Laia Maso I Reixach" userId="07ba3a86-e589-4d8d-9e66-87d4946c1585" providerId="ADAL" clId="{657546CD-7DA7-4AB9-A7B9-C078C42CDB83}" dt="2026-09-30T11:42:44.870" v="1" actId="26606"/>
          <ac:spMkLst>
            <pc:docMk/>
            <pc:sldMk cId="0" sldId="260"/>
            <ac:spMk id="5" creationId="{00000000-0000-0000-0000-000000000000}"/>
          </ac:spMkLst>
        </pc:spChg>
        <pc:spChg chg="mod">
          <ac:chgData name="Laia Maso I Reixach" userId="07ba3a86-e589-4d8d-9e66-87d4946c1585" providerId="ADAL" clId="{657546CD-7DA7-4AB9-A7B9-C078C42CDB83}" dt="2026-09-30T11:42:44.870" v="1" actId="26606"/>
          <ac:spMkLst>
            <pc:docMk/>
            <pc:sldMk cId="0" sldId="260"/>
            <ac:spMk id="6" creationId="{00000000-0000-0000-0000-000000000000}"/>
          </ac:spMkLst>
        </pc:spChg>
        <pc:spChg chg="mod">
          <ac:chgData name="Laia Maso I Reixach" userId="07ba3a86-e589-4d8d-9e66-87d4946c1585" providerId="ADAL" clId="{657546CD-7DA7-4AB9-A7B9-C078C42CDB83}" dt="2026-09-30T11:42:44.870" v="1" actId="26606"/>
          <ac:spMkLst>
            <pc:docMk/>
            <pc:sldMk cId="0" sldId="260"/>
            <ac:spMk id="8" creationId="{00000000-0000-0000-0000-000000000000}"/>
          </ac:spMkLst>
        </pc:spChg>
        <pc:spChg chg="mod">
          <ac:chgData name="Laia Maso I Reixach" userId="07ba3a86-e589-4d8d-9e66-87d4946c1585" providerId="ADAL" clId="{657546CD-7DA7-4AB9-A7B9-C078C42CDB83}" dt="2026-09-30T11:42:44.870" v="1" actId="26606"/>
          <ac:spMkLst>
            <pc:docMk/>
            <pc:sldMk cId="0" sldId="260"/>
            <ac:spMk id="9" creationId="{00000000-0000-0000-0000-000000000000}"/>
          </ac:spMkLst>
        </pc:spChg>
        <pc:spChg chg="add">
          <ac:chgData name="Laia Maso I Reixach" userId="07ba3a86-e589-4d8d-9e66-87d4946c1585" providerId="ADAL" clId="{657546CD-7DA7-4AB9-A7B9-C078C42CDB83}" dt="2026-09-30T11:42:44.870" v="1" actId="26606"/>
          <ac:spMkLst>
            <pc:docMk/>
            <pc:sldMk cId="0" sldId="260"/>
            <ac:spMk id="11" creationId="{00000000-0000-0000-0000-000000000000}"/>
          </ac:spMkLst>
        </pc:spChg>
        <pc:spChg chg="add">
          <ac:chgData name="Laia Maso I Reixach" userId="07ba3a86-e589-4d8d-9e66-87d4946c1585" providerId="ADAL" clId="{657546CD-7DA7-4AB9-A7B9-C078C42CDB83}" dt="2026-09-30T11:42:44.870" v="1" actId="26606"/>
          <ac:spMkLst>
            <pc:docMk/>
            <pc:sldMk cId="0" sldId="260"/>
            <ac:spMk id="12" creationId="{00000000-0000-0000-0000-000000000000}"/>
          </ac:spMkLst>
        </pc:spChg>
        <pc:spChg chg="add">
          <ac:chgData name="Laia Maso I Reixach" userId="07ba3a86-e589-4d8d-9e66-87d4946c1585" providerId="ADAL" clId="{657546CD-7DA7-4AB9-A7B9-C078C42CDB83}" dt="2026-09-30T11:42:44.870" v="1" actId="26606"/>
          <ac:spMkLst>
            <pc:docMk/>
            <pc:sldMk cId="0" sldId="260"/>
            <ac:spMk id="13" creationId="{00000000-0000-0000-0000-000000000000}"/>
          </ac:spMkLst>
        </pc:spChg>
        <pc:spChg chg="add">
          <ac:chgData name="Laia Maso I Reixach" userId="07ba3a86-e589-4d8d-9e66-87d4946c1585" providerId="ADAL" clId="{657546CD-7DA7-4AB9-A7B9-C078C42CDB83}" dt="2026-09-30T15:07:24.934" v="808" actId="26606"/>
          <ac:spMkLst>
            <pc:docMk/>
            <pc:sldMk cId="0" sldId="260"/>
            <ac:spMk id="14" creationId="{00000000-0000-0000-0000-000000000000}"/>
          </ac:spMkLst>
        </pc:spChg>
        <pc:spChg chg="del mod replId">
          <ac:chgData name="Laia Maso I Reixach" userId="07ba3a86-e589-4d8d-9e66-87d4946c1585" providerId="ADAL" clId="{657546CD-7DA7-4AB9-A7B9-C078C42CDB83}" dt="2026-09-30T11:42:44.870" v="1" actId="26606"/>
          <ac:spMkLst>
            <pc:docMk/>
            <pc:sldMk cId="0" sldId="260"/>
            <ac:spMk id="15" creationId="{00000000-0000-0000-0000-000000000000}"/>
          </ac:spMkLst>
        </pc:spChg>
        <pc:graphicFrameChg chg="mod replId">
          <ac:chgData name="Laia Maso I Reixach" userId="07ba3a86-e589-4d8d-9e66-87d4946c1585" providerId="ADAL" clId="{657546CD-7DA7-4AB9-A7B9-C078C42CDB83}" dt="2026-09-30T11:42:44.471" v="0" actId="26606"/>
          <ac:graphicFrameMkLst>
            <pc:docMk/>
            <pc:sldMk cId="0" sldId="260"/>
            <ac:graphicFrameMk id="14" creationId="{00000000-0000-0000-0000-000000000000}"/>
          </ac:graphicFrameMkLst>
        </pc:graphicFrameChg>
      </pc:sldChg>
      <pc:sldChg chg="addSp delSp modSp mod">
        <pc:chgData name="Laia Maso I Reixach" userId="07ba3a86-e589-4d8d-9e66-87d4946c1585" providerId="ADAL" clId="{657546CD-7DA7-4AB9-A7B9-C078C42CDB83}" dt="2026-09-30T15:07:24.934" v="808" actId="26606"/>
        <pc:sldMkLst>
          <pc:docMk/>
          <pc:sldMk cId="0" sldId="261"/>
        </pc:sldMkLst>
        <pc:spChg chg="mod">
          <ac:chgData name="Laia Maso I Reixach" userId="07ba3a86-e589-4d8d-9e66-87d4946c1585" providerId="ADAL" clId="{657546CD-7DA7-4AB9-A7B9-C078C42CDB83}" dt="2026-09-30T15:07:24.934" v="808" actId="26606"/>
          <ac:spMkLst>
            <pc:docMk/>
            <pc:sldMk cId="0" sldId="261"/>
            <ac:spMk id="2" creationId="{00000000-0000-0000-0000-000000000000}"/>
          </ac:spMkLst>
        </pc:spChg>
        <pc:spChg chg="mod">
          <ac:chgData name="Laia Maso I Reixach" userId="07ba3a86-e589-4d8d-9e66-87d4946c1585" providerId="ADAL" clId="{657546CD-7DA7-4AB9-A7B9-C078C42CDB83}" dt="2026-09-30T11:42:44.870" v="1" actId="26606"/>
          <ac:spMkLst>
            <pc:docMk/>
            <pc:sldMk cId="0" sldId="261"/>
            <ac:spMk id="3" creationId="{00000000-0000-0000-0000-000000000000}"/>
          </ac:spMkLst>
        </pc:spChg>
        <pc:spChg chg="del">
          <ac:chgData name="Laia Maso I Reixach" userId="07ba3a86-e589-4d8d-9e66-87d4946c1585" providerId="ADAL" clId="{657546CD-7DA7-4AB9-A7B9-C078C42CDB83}" dt="2026-09-30T14:01:52.546" v="730" actId="478"/>
          <ac:spMkLst>
            <pc:docMk/>
            <pc:sldMk cId="0" sldId="261"/>
            <ac:spMk id="4" creationId="{00000000-0000-0000-0000-000000000000}"/>
          </ac:spMkLst>
        </pc:spChg>
        <pc:spChg chg="mod">
          <ac:chgData name="Laia Maso I Reixach" userId="07ba3a86-e589-4d8d-9e66-87d4946c1585" providerId="ADAL" clId="{657546CD-7DA7-4AB9-A7B9-C078C42CDB83}" dt="2026-09-30T11:42:44.870" v="1" actId="26606"/>
          <ac:spMkLst>
            <pc:docMk/>
            <pc:sldMk cId="0" sldId="261"/>
            <ac:spMk id="5" creationId="{00000000-0000-0000-0000-000000000000}"/>
          </ac:spMkLst>
        </pc:spChg>
        <pc:spChg chg="mod">
          <ac:chgData name="Laia Maso I Reixach" userId="07ba3a86-e589-4d8d-9e66-87d4946c1585" providerId="ADAL" clId="{657546CD-7DA7-4AB9-A7B9-C078C42CDB83}" dt="2026-09-30T11:42:44.870" v="1" actId="26606"/>
          <ac:spMkLst>
            <pc:docMk/>
            <pc:sldMk cId="0" sldId="261"/>
            <ac:spMk id="6" creationId="{00000000-0000-0000-0000-000000000000}"/>
          </ac:spMkLst>
        </pc:spChg>
        <pc:spChg chg="mod">
          <ac:chgData name="Laia Maso I Reixach" userId="07ba3a86-e589-4d8d-9e66-87d4946c1585" providerId="ADAL" clId="{657546CD-7DA7-4AB9-A7B9-C078C42CDB83}" dt="2026-09-30T11:42:44.870" v="1" actId="26606"/>
          <ac:spMkLst>
            <pc:docMk/>
            <pc:sldMk cId="0" sldId="261"/>
            <ac:spMk id="8" creationId="{00000000-0000-0000-0000-000000000000}"/>
          </ac:spMkLst>
        </pc:spChg>
        <pc:spChg chg="mod">
          <ac:chgData name="Laia Maso I Reixach" userId="07ba3a86-e589-4d8d-9e66-87d4946c1585" providerId="ADAL" clId="{657546CD-7DA7-4AB9-A7B9-C078C42CDB83}" dt="2026-09-30T11:42:44.870" v="1" actId="26606"/>
          <ac:spMkLst>
            <pc:docMk/>
            <pc:sldMk cId="0" sldId="261"/>
            <ac:spMk id="9" creationId="{00000000-0000-0000-0000-000000000000}"/>
          </ac:spMkLst>
        </pc:spChg>
        <pc:spChg chg="mod">
          <ac:chgData name="Laia Maso I Reixach" userId="07ba3a86-e589-4d8d-9e66-87d4946c1585" providerId="ADAL" clId="{657546CD-7DA7-4AB9-A7B9-C078C42CDB83}" dt="2026-09-30T11:42:44.870" v="1" actId="26606"/>
          <ac:spMkLst>
            <pc:docMk/>
            <pc:sldMk cId="0" sldId="261"/>
            <ac:spMk id="10" creationId="{00000000-0000-0000-0000-000000000000}"/>
          </ac:spMkLst>
        </pc:spChg>
        <pc:spChg chg="add">
          <ac:chgData name="Laia Maso I Reixach" userId="07ba3a86-e589-4d8d-9e66-87d4946c1585" providerId="ADAL" clId="{657546CD-7DA7-4AB9-A7B9-C078C42CDB83}" dt="2026-09-30T15:07:24.934" v="808" actId="26606"/>
          <ac:spMkLst>
            <pc:docMk/>
            <pc:sldMk cId="0" sldId="261"/>
            <ac:spMk id="11" creationId="{00000000-0000-0000-0000-000000000000}"/>
          </ac:spMkLst>
        </pc:spChg>
        <pc:graphicFrameChg chg="add">
          <ac:chgData name="Laia Maso I Reixach" userId="07ba3a86-e589-4d8d-9e66-87d4946c1585" providerId="ADAL" clId="{657546CD-7DA7-4AB9-A7B9-C078C42CDB83}" dt="2026-09-30T11:42:44.870" v="1" actId="26606"/>
          <ac:graphicFrameMkLst>
            <pc:docMk/>
            <pc:sldMk cId="0" sldId="261"/>
            <ac:graphicFrameMk id="7" creationId="{00000000-0000-0000-0000-000000000000}"/>
          </ac:graphicFrameMkLst>
        </pc:graphicFrameChg>
        <pc:graphicFrameChg chg="del mod replId">
          <ac:chgData name="Laia Maso I Reixach" userId="07ba3a86-e589-4d8d-9e66-87d4946c1585" providerId="ADAL" clId="{657546CD-7DA7-4AB9-A7B9-C078C42CDB83}" dt="2026-09-30T11:42:44.870" v="1" actId="26606"/>
          <ac:graphicFrameMkLst>
            <pc:docMk/>
            <pc:sldMk cId="0" sldId="261"/>
            <ac:graphicFrameMk id="11" creationId="{00000000-0000-0000-0000-000000000000}"/>
          </ac:graphicFrameMkLst>
        </pc:graphicFrameChg>
      </pc:sldChg>
      <pc:sldChg chg="addSp delSp modSp mod">
        <pc:chgData name="Laia Maso I Reixach" userId="07ba3a86-e589-4d8d-9e66-87d4946c1585" providerId="ADAL" clId="{657546CD-7DA7-4AB9-A7B9-C078C42CDB83}" dt="2026-09-30T15:07:24.934" v="808" actId="26606"/>
        <pc:sldMkLst>
          <pc:docMk/>
          <pc:sldMk cId="0" sldId="262"/>
        </pc:sldMkLst>
        <pc:spChg chg="mod">
          <ac:chgData name="Laia Maso I Reixach" userId="07ba3a86-e589-4d8d-9e66-87d4946c1585" providerId="ADAL" clId="{657546CD-7DA7-4AB9-A7B9-C078C42CDB83}" dt="2026-09-30T15:07:24.934" v="808" actId="26606"/>
          <ac:spMkLst>
            <pc:docMk/>
            <pc:sldMk cId="0" sldId="262"/>
            <ac:spMk id="2" creationId="{00000000-0000-0000-0000-000000000000}"/>
          </ac:spMkLst>
        </pc:spChg>
        <pc:spChg chg="del">
          <ac:chgData name="Laia Maso I Reixach" userId="07ba3a86-e589-4d8d-9e66-87d4946c1585" providerId="ADAL" clId="{657546CD-7DA7-4AB9-A7B9-C078C42CDB83}" dt="2026-09-30T14:01:54.386" v="731" actId="478"/>
          <ac:spMkLst>
            <pc:docMk/>
            <pc:sldMk cId="0" sldId="262"/>
            <ac:spMk id="4" creationId="{00000000-0000-0000-0000-000000000000}"/>
          </ac:spMkLst>
        </pc:spChg>
        <pc:spChg chg="mod">
          <ac:chgData name="Laia Maso I Reixach" userId="07ba3a86-e589-4d8d-9e66-87d4946c1585" providerId="ADAL" clId="{657546CD-7DA7-4AB9-A7B9-C078C42CDB83}" dt="2026-09-30T11:42:44.870" v="1" actId="26606"/>
          <ac:spMkLst>
            <pc:docMk/>
            <pc:sldMk cId="0" sldId="262"/>
            <ac:spMk id="8" creationId="{00000000-0000-0000-0000-000000000000}"/>
          </ac:spMkLst>
        </pc:spChg>
        <pc:spChg chg="add">
          <ac:chgData name="Laia Maso I Reixach" userId="07ba3a86-e589-4d8d-9e66-87d4946c1585" providerId="ADAL" clId="{657546CD-7DA7-4AB9-A7B9-C078C42CDB83}" dt="2026-09-30T15:07:24.934" v="808" actId="26606"/>
          <ac:spMkLst>
            <pc:docMk/>
            <pc:sldMk cId="0" sldId="262"/>
            <ac:spMk id="11" creationId="{00000000-0000-0000-0000-000000000000}"/>
          </ac:spMkLst>
        </pc:spChg>
        <pc:spChg chg="del">
          <ac:chgData name="Laia Maso I Reixach" userId="07ba3a86-e589-4d8d-9e66-87d4946c1585" providerId="ADAL" clId="{657546CD-7DA7-4AB9-A7B9-C078C42CDB83}" dt="2026-09-30T11:42:44.870" v="1" actId="26606"/>
          <ac:spMkLst>
            <pc:docMk/>
            <pc:sldMk cId="0" sldId="262"/>
            <ac:spMk id="13" creationId="{00000000-0000-0000-0000-000000000000}"/>
          </ac:spMkLst>
        </pc:spChg>
        <pc:spChg chg="del">
          <ac:chgData name="Laia Maso I Reixach" userId="07ba3a86-e589-4d8d-9e66-87d4946c1585" providerId="ADAL" clId="{657546CD-7DA7-4AB9-A7B9-C078C42CDB83}" dt="2026-09-30T11:42:44.870" v="1" actId="26606"/>
          <ac:spMkLst>
            <pc:docMk/>
            <pc:sldMk cId="0" sldId="262"/>
            <ac:spMk id="29" creationId="{00000000-0000-0000-0000-000000000000}"/>
          </ac:spMkLst>
        </pc:spChg>
        <pc:spChg chg="del">
          <ac:chgData name="Laia Maso I Reixach" userId="07ba3a86-e589-4d8d-9e66-87d4946c1585" providerId="ADAL" clId="{657546CD-7DA7-4AB9-A7B9-C078C42CDB83}" dt="2026-09-30T11:42:44.870" v="1" actId="26606"/>
          <ac:spMkLst>
            <pc:docMk/>
            <pc:sldMk cId="0" sldId="262"/>
            <ac:spMk id="37" creationId="{00000000-0000-0000-0000-000000000000}"/>
          </ac:spMkLst>
        </pc:spChg>
        <pc:spChg chg="del">
          <ac:chgData name="Laia Maso I Reixach" userId="07ba3a86-e589-4d8d-9e66-87d4946c1585" providerId="ADAL" clId="{657546CD-7DA7-4AB9-A7B9-C078C42CDB83}" dt="2026-09-30T11:42:44.870" v="1" actId="26606"/>
          <ac:spMkLst>
            <pc:docMk/>
            <pc:sldMk cId="0" sldId="262"/>
            <ac:spMk id="38" creationId="{00000000-0000-0000-0000-000000000000}"/>
          </ac:spMkLst>
        </pc:spChg>
        <pc:spChg chg="del">
          <ac:chgData name="Laia Maso I Reixach" userId="07ba3a86-e589-4d8d-9e66-87d4946c1585" providerId="ADAL" clId="{657546CD-7DA7-4AB9-A7B9-C078C42CDB83}" dt="2026-09-30T11:42:44.870" v="1" actId="26606"/>
          <ac:spMkLst>
            <pc:docMk/>
            <pc:sldMk cId="0" sldId="262"/>
            <ac:spMk id="51" creationId="{00000000-0000-0000-0000-000000000000}"/>
          </ac:spMkLst>
        </pc:spChg>
        <pc:spChg chg="del">
          <ac:chgData name="Laia Maso I Reixach" userId="07ba3a86-e589-4d8d-9e66-87d4946c1585" providerId="ADAL" clId="{657546CD-7DA7-4AB9-A7B9-C078C42CDB83}" dt="2026-09-30T11:42:44.870" v="1" actId="26606"/>
          <ac:spMkLst>
            <pc:docMk/>
            <pc:sldMk cId="0" sldId="262"/>
            <ac:spMk id="52" creationId="{00000000-0000-0000-0000-000000000000}"/>
          </ac:spMkLst>
        </pc:spChg>
        <pc:spChg chg="del">
          <ac:chgData name="Laia Maso I Reixach" userId="07ba3a86-e589-4d8d-9e66-87d4946c1585" providerId="ADAL" clId="{657546CD-7DA7-4AB9-A7B9-C078C42CDB83}" dt="2026-09-30T11:42:44.870" v="1" actId="26606"/>
          <ac:spMkLst>
            <pc:docMk/>
            <pc:sldMk cId="0" sldId="262"/>
            <ac:spMk id="62" creationId="{00000000-0000-0000-0000-000000000000}"/>
          </ac:spMkLst>
        </pc:spChg>
        <pc:spChg chg="del">
          <ac:chgData name="Laia Maso I Reixach" userId="07ba3a86-e589-4d8d-9e66-87d4946c1585" providerId="ADAL" clId="{657546CD-7DA7-4AB9-A7B9-C078C42CDB83}" dt="2026-09-30T11:42:44.870" v="1" actId="26606"/>
          <ac:spMkLst>
            <pc:docMk/>
            <pc:sldMk cId="0" sldId="262"/>
            <ac:spMk id="66" creationId="{00000000-0000-0000-0000-000000000000}"/>
          </ac:spMkLst>
        </pc:spChg>
        <pc:spChg chg="mod replId">
          <ac:chgData name="Laia Maso I Reixach" userId="07ba3a86-e589-4d8d-9e66-87d4946c1585" providerId="ADAL" clId="{657546CD-7DA7-4AB9-A7B9-C078C42CDB83}" dt="2026-09-30T11:42:44.471" v="0" actId="26606"/>
          <ac:spMkLst>
            <pc:docMk/>
            <pc:sldMk cId="0" sldId="262"/>
            <ac:spMk id="72" creationId="{00000000-0000-0000-0000-000000000000}"/>
          </ac:spMkLst>
        </pc:spChg>
      </pc:sldChg>
      <pc:sldChg chg="addSp delSp modSp mod">
        <pc:chgData name="Laia Maso I Reixach" userId="07ba3a86-e589-4d8d-9e66-87d4946c1585" providerId="ADAL" clId="{657546CD-7DA7-4AB9-A7B9-C078C42CDB83}" dt="2026-09-30T15:07:24.934" v="808" actId="26606"/>
        <pc:sldMkLst>
          <pc:docMk/>
          <pc:sldMk cId="0" sldId="263"/>
        </pc:sldMkLst>
        <pc:spChg chg="mod">
          <ac:chgData name="Laia Maso I Reixach" userId="07ba3a86-e589-4d8d-9e66-87d4946c1585" providerId="ADAL" clId="{657546CD-7DA7-4AB9-A7B9-C078C42CDB83}" dt="2026-09-30T15:07:24.934" v="808" actId="26606"/>
          <ac:spMkLst>
            <pc:docMk/>
            <pc:sldMk cId="0" sldId="263"/>
            <ac:spMk id="2" creationId="{00000000-0000-0000-0000-000000000000}"/>
          </ac:spMkLst>
        </pc:spChg>
        <pc:spChg chg="mod">
          <ac:chgData name="Laia Maso I Reixach" userId="07ba3a86-e589-4d8d-9e66-87d4946c1585" providerId="ADAL" clId="{657546CD-7DA7-4AB9-A7B9-C078C42CDB83}" dt="2026-09-30T11:42:44.870" v="1" actId="26606"/>
          <ac:spMkLst>
            <pc:docMk/>
            <pc:sldMk cId="0" sldId="263"/>
            <ac:spMk id="3" creationId="{00000000-0000-0000-0000-000000000000}"/>
          </ac:spMkLst>
        </pc:spChg>
        <pc:spChg chg="del">
          <ac:chgData name="Laia Maso I Reixach" userId="07ba3a86-e589-4d8d-9e66-87d4946c1585" providerId="ADAL" clId="{657546CD-7DA7-4AB9-A7B9-C078C42CDB83}" dt="2026-09-30T14:01:56.021" v="732" actId="478"/>
          <ac:spMkLst>
            <pc:docMk/>
            <pc:sldMk cId="0" sldId="263"/>
            <ac:spMk id="4" creationId="{00000000-0000-0000-0000-000000000000}"/>
          </ac:spMkLst>
        </pc:spChg>
        <pc:spChg chg="mod">
          <ac:chgData name="Laia Maso I Reixach" userId="07ba3a86-e589-4d8d-9e66-87d4946c1585" providerId="ADAL" clId="{657546CD-7DA7-4AB9-A7B9-C078C42CDB83}" dt="2026-09-30T11:42:44.870" v="1" actId="26606"/>
          <ac:spMkLst>
            <pc:docMk/>
            <pc:sldMk cId="0" sldId="263"/>
            <ac:spMk id="16" creationId="{00000000-0000-0000-0000-000000000000}"/>
          </ac:spMkLst>
        </pc:spChg>
        <pc:spChg chg="mod">
          <ac:chgData name="Laia Maso I Reixach" userId="07ba3a86-e589-4d8d-9e66-87d4946c1585" providerId="ADAL" clId="{657546CD-7DA7-4AB9-A7B9-C078C42CDB83}" dt="2026-09-30T11:42:44.870" v="1" actId="26606"/>
          <ac:spMkLst>
            <pc:docMk/>
            <pc:sldMk cId="0" sldId="263"/>
            <ac:spMk id="20" creationId="{00000000-0000-0000-0000-000000000000}"/>
          </ac:spMkLst>
        </pc:spChg>
        <pc:spChg chg="mod">
          <ac:chgData name="Laia Maso I Reixach" userId="07ba3a86-e589-4d8d-9e66-87d4946c1585" providerId="ADAL" clId="{657546CD-7DA7-4AB9-A7B9-C078C42CDB83}" dt="2026-09-30T11:42:44.870" v="1" actId="26606"/>
          <ac:spMkLst>
            <pc:docMk/>
            <pc:sldMk cId="0" sldId="263"/>
            <ac:spMk id="23" creationId="{00000000-0000-0000-0000-000000000000}"/>
          </ac:spMkLst>
        </pc:spChg>
        <pc:spChg chg="mod">
          <ac:chgData name="Laia Maso I Reixach" userId="07ba3a86-e589-4d8d-9e66-87d4946c1585" providerId="ADAL" clId="{657546CD-7DA7-4AB9-A7B9-C078C42CDB83}" dt="2026-09-30T11:42:44.870" v="1" actId="26606"/>
          <ac:spMkLst>
            <pc:docMk/>
            <pc:sldMk cId="0" sldId="263"/>
            <ac:spMk id="24" creationId="{00000000-0000-0000-0000-000000000000}"/>
          </ac:spMkLst>
        </pc:spChg>
        <pc:spChg chg="mod">
          <ac:chgData name="Laia Maso I Reixach" userId="07ba3a86-e589-4d8d-9e66-87d4946c1585" providerId="ADAL" clId="{657546CD-7DA7-4AB9-A7B9-C078C42CDB83}" dt="2026-09-30T11:42:44.870" v="1" actId="26606"/>
          <ac:spMkLst>
            <pc:docMk/>
            <pc:sldMk cId="0" sldId="263"/>
            <ac:spMk id="32" creationId="{00000000-0000-0000-0000-000000000000}"/>
          </ac:spMkLst>
        </pc:spChg>
        <pc:spChg chg="mod">
          <ac:chgData name="Laia Maso I Reixach" userId="07ba3a86-e589-4d8d-9e66-87d4946c1585" providerId="ADAL" clId="{657546CD-7DA7-4AB9-A7B9-C078C42CDB83}" dt="2026-09-30T11:42:44.870" v="1" actId="26606"/>
          <ac:spMkLst>
            <pc:docMk/>
            <pc:sldMk cId="0" sldId="263"/>
            <ac:spMk id="36" creationId="{00000000-0000-0000-0000-000000000000}"/>
          </ac:spMkLst>
        </pc:spChg>
        <pc:spChg chg="mod">
          <ac:chgData name="Laia Maso I Reixach" userId="07ba3a86-e589-4d8d-9e66-87d4946c1585" providerId="ADAL" clId="{657546CD-7DA7-4AB9-A7B9-C078C42CDB83}" dt="2026-09-30T11:42:44.870" v="1" actId="26606"/>
          <ac:spMkLst>
            <pc:docMk/>
            <pc:sldMk cId="0" sldId="263"/>
            <ac:spMk id="38" creationId="{00000000-0000-0000-0000-000000000000}"/>
          </ac:spMkLst>
        </pc:spChg>
        <pc:spChg chg="mod">
          <ac:chgData name="Laia Maso I Reixach" userId="07ba3a86-e589-4d8d-9e66-87d4946c1585" providerId="ADAL" clId="{657546CD-7DA7-4AB9-A7B9-C078C42CDB83}" dt="2026-09-30T11:42:44.870" v="1" actId="26606"/>
          <ac:spMkLst>
            <pc:docMk/>
            <pc:sldMk cId="0" sldId="263"/>
            <ac:spMk id="39" creationId="{00000000-0000-0000-0000-000000000000}"/>
          </ac:spMkLst>
        </pc:spChg>
        <pc:spChg chg="add">
          <ac:chgData name="Laia Maso I Reixach" userId="07ba3a86-e589-4d8d-9e66-87d4946c1585" providerId="ADAL" clId="{657546CD-7DA7-4AB9-A7B9-C078C42CDB83}" dt="2026-09-30T11:42:44.870" v="1" actId="26606"/>
          <ac:spMkLst>
            <pc:docMk/>
            <pc:sldMk cId="0" sldId="263"/>
            <ac:spMk id="53" creationId="{00000000-0000-0000-0000-000000000000}"/>
          </ac:spMkLst>
        </pc:spChg>
        <pc:spChg chg="add">
          <ac:chgData name="Laia Maso I Reixach" userId="07ba3a86-e589-4d8d-9e66-87d4946c1585" providerId="ADAL" clId="{657546CD-7DA7-4AB9-A7B9-C078C42CDB83}" dt="2026-09-30T15:07:24.934" v="808" actId="26606"/>
          <ac:spMkLst>
            <pc:docMk/>
            <pc:sldMk cId="0" sldId="263"/>
            <ac:spMk id="72" creationId="{00000000-0000-0000-0000-000000000000}"/>
          </ac:spMkLst>
        </pc:spChg>
      </pc:sldChg>
      <pc:sldChg chg="addSp delSp modSp mod">
        <pc:chgData name="Laia Maso I Reixach" userId="07ba3a86-e589-4d8d-9e66-87d4946c1585" providerId="ADAL" clId="{657546CD-7DA7-4AB9-A7B9-C078C42CDB83}" dt="2026-09-30T15:07:24.934" v="808" actId="26606"/>
        <pc:sldMkLst>
          <pc:docMk/>
          <pc:sldMk cId="0" sldId="264"/>
        </pc:sldMkLst>
        <pc:spChg chg="mod">
          <ac:chgData name="Laia Maso I Reixach" userId="07ba3a86-e589-4d8d-9e66-87d4946c1585" providerId="ADAL" clId="{657546CD-7DA7-4AB9-A7B9-C078C42CDB83}" dt="2026-09-30T15:07:24.934" v="808" actId="26606"/>
          <ac:spMkLst>
            <pc:docMk/>
            <pc:sldMk cId="0" sldId="264"/>
            <ac:spMk id="2" creationId="{00000000-0000-0000-0000-000000000000}"/>
          </ac:spMkLst>
        </pc:spChg>
        <pc:spChg chg="mod">
          <ac:chgData name="Laia Maso I Reixach" userId="07ba3a86-e589-4d8d-9e66-87d4946c1585" providerId="ADAL" clId="{657546CD-7DA7-4AB9-A7B9-C078C42CDB83}" dt="2026-09-30T11:42:44.870" v="1" actId="26606"/>
          <ac:spMkLst>
            <pc:docMk/>
            <pc:sldMk cId="0" sldId="264"/>
            <ac:spMk id="3" creationId="{00000000-0000-0000-0000-000000000000}"/>
          </ac:spMkLst>
        </pc:spChg>
        <pc:spChg chg="del">
          <ac:chgData name="Laia Maso I Reixach" userId="07ba3a86-e589-4d8d-9e66-87d4946c1585" providerId="ADAL" clId="{657546CD-7DA7-4AB9-A7B9-C078C42CDB83}" dt="2026-09-30T14:01:57.968" v="733" actId="478"/>
          <ac:spMkLst>
            <pc:docMk/>
            <pc:sldMk cId="0" sldId="264"/>
            <ac:spMk id="4" creationId="{00000000-0000-0000-0000-000000000000}"/>
          </ac:spMkLst>
        </pc:spChg>
        <pc:spChg chg="mod">
          <ac:chgData name="Laia Maso I Reixach" userId="07ba3a86-e589-4d8d-9e66-87d4946c1585" providerId="ADAL" clId="{657546CD-7DA7-4AB9-A7B9-C078C42CDB83}" dt="2026-09-30T11:42:44.870" v="1" actId="26606"/>
          <ac:spMkLst>
            <pc:docMk/>
            <pc:sldMk cId="0" sldId="264"/>
            <ac:spMk id="6" creationId="{00000000-0000-0000-0000-000000000000}"/>
          </ac:spMkLst>
        </pc:spChg>
        <pc:spChg chg="mod">
          <ac:chgData name="Laia Maso I Reixach" userId="07ba3a86-e589-4d8d-9e66-87d4946c1585" providerId="ADAL" clId="{657546CD-7DA7-4AB9-A7B9-C078C42CDB83}" dt="2026-09-30T11:42:44.870" v="1" actId="26606"/>
          <ac:spMkLst>
            <pc:docMk/>
            <pc:sldMk cId="0" sldId="264"/>
            <ac:spMk id="13" creationId="{00000000-0000-0000-0000-000000000000}"/>
          </ac:spMkLst>
        </pc:spChg>
        <pc:spChg chg="mod">
          <ac:chgData name="Laia Maso I Reixach" userId="07ba3a86-e589-4d8d-9e66-87d4946c1585" providerId="ADAL" clId="{657546CD-7DA7-4AB9-A7B9-C078C42CDB83}" dt="2026-09-30T11:42:44.870" v="1" actId="26606"/>
          <ac:spMkLst>
            <pc:docMk/>
            <pc:sldMk cId="0" sldId="264"/>
            <ac:spMk id="19" creationId="{00000000-0000-0000-0000-000000000000}"/>
          </ac:spMkLst>
        </pc:spChg>
        <pc:spChg chg="mod">
          <ac:chgData name="Laia Maso I Reixach" userId="07ba3a86-e589-4d8d-9e66-87d4946c1585" providerId="ADAL" clId="{657546CD-7DA7-4AB9-A7B9-C078C42CDB83}" dt="2026-09-30T11:42:44.870" v="1" actId="26606"/>
          <ac:spMkLst>
            <pc:docMk/>
            <pc:sldMk cId="0" sldId="264"/>
            <ac:spMk id="20" creationId="{00000000-0000-0000-0000-000000000000}"/>
          </ac:spMkLst>
        </pc:spChg>
        <pc:spChg chg="mod">
          <ac:chgData name="Laia Maso I Reixach" userId="07ba3a86-e589-4d8d-9e66-87d4946c1585" providerId="ADAL" clId="{657546CD-7DA7-4AB9-A7B9-C078C42CDB83}" dt="2026-09-30T11:42:44.870" v="1" actId="26606"/>
          <ac:spMkLst>
            <pc:docMk/>
            <pc:sldMk cId="0" sldId="264"/>
            <ac:spMk id="23" creationId="{00000000-0000-0000-0000-000000000000}"/>
          </ac:spMkLst>
        </pc:spChg>
        <pc:spChg chg="add">
          <ac:chgData name="Laia Maso I Reixach" userId="07ba3a86-e589-4d8d-9e66-87d4946c1585" providerId="ADAL" clId="{657546CD-7DA7-4AB9-A7B9-C078C42CDB83}" dt="2026-09-30T11:42:44.870" v="1" actId="26606"/>
          <ac:spMkLst>
            <pc:docMk/>
            <pc:sldMk cId="0" sldId="264"/>
            <ac:spMk id="33" creationId="{00000000-0000-0000-0000-000000000000}"/>
          </ac:spMkLst>
        </pc:spChg>
        <pc:spChg chg="add">
          <ac:chgData name="Laia Maso I Reixach" userId="07ba3a86-e589-4d8d-9e66-87d4946c1585" providerId="ADAL" clId="{657546CD-7DA7-4AB9-A7B9-C078C42CDB83}" dt="2026-09-30T11:42:44.870" v="1" actId="26606"/>
          <ac:spMkLst>
            <pc:docMk/>
            <pc:sldMk cId="0" sldId="264"/>
            <ac:spMk id="41" creationId="{00000000-0000-0000-0000-000000000000}"/>
          </ac:spMkLst>
        </pc:spChg>
        <pc:spChg chg="add">
          <ac:chgData name="Laia Maso I Reixach" userId="07ba3a86-e589-4d8d-9e66-87d4946c1585" providerId="ADAL" clId="{657546CD-7DA7-4AB9-A7B9-C078C42CDB83}" dt="2026-09-30T11:42:44.870" v="1" actId="26606"/>
          <ac:spMkLst>
            <pc:docMk/>
            <pc:sldMk cId="0" sldId="264"/>
            <ac:spMk id="44" creationId="{00000000-0000-0000-0000-000000000000}"/>
          </ac:spMkLst>
        </pc:spChg>
        <pc:spChg chg="add">
          <ac:chgData name="Laia Maso I Reixach" userId="07ba3a86-e589-4d8d-9e66-87d4946c1585" providerId="ADAL" clId="{657546CD-7DA7-4AB9-A7B9-C078C42CDB83}" dt="2026-09-30T11:42:44.870" v="1" actId="26606"/>
          <ac:spMkLst>
            <pc:docMk/>
            <pc:sldMk cId="0" sldId="264"/>
            <ac:spMk id="48" creationId="{00000000-0000-0000-0000-000000000000}"/>
          </ac:spMkLst>
        </pc:spChg>
        <pc:spChg chg="add">
          <ac:chgData name="Laia Maso I Reixach" userId="07ba3a86-e589-4d8d-9e66-87d4946c1585" providerId="ADAL" clId="{657546CD-7DA7-4AB9-A7B9-C078C42CDB83}" dt="2026-09-30T15:07:24.934" v="808" actId="26606"/>
          <ac:spMkLst>
            <pc:docMk/>
            <pc:sldMk cId="0" sldId="264"/>
            <ac:spMk id="53" creationId="{00000000-0000-0000-0000-000000000000}"/>
          </ac:spMkLst>
        </pc:spChg>
      </pc:sldChg>
      <pc:sldChg chg="addSp delSp modSp add del mod">
        <pc:chgData name="Laia Maso I Reixach" userId="07ba3a86-e589-4d8d-9e66-87d4946c1585" providerId="ADAL" clId="{657546CD-7DA7-4AB9-A7B9-C078C42CDB83}" dt="2026-09-30T14:32:14.908" v="763" actId="47"/>
        <pc:sldMkLst>
          <pc:docMk/>
          <pc:sldMk cId="0" sldId="265"/>
        </pc:sldMkLst>
        <pc:spChg chg="mod">
          <ac:chgData name="Laia Maso I Reixach" userId="07ba3a86-e589-4d8d-9e66-87d4946c1585" providerId="ADAL" clId="{657546CD-7DA7-4AB9-A7B9-C078C42CDB83}" dt="2026-09-30T14:31:11.315" v="758" actId="26606"/>
          <ac:spMkLst>
            <pc:docMk/>
            <pc:sldMk cId="0" sldId="265"/>
            <ac:spMk id="3" creationId="{00000000-0000-0000-0000-000000000000}"/>
          </ac:spMkLst>
        </pc:spChg>
        <pc:spChg chg="del">
          <ac:chgData name="Laia Maso I Reixach" userId="07ba3a86-e589-4d8d-9e66-87d4946c1585" providerId="ADAL" clId="{657546CD-7DA7-4AB9-A7B9-C078C42CDB83}" dt="2026-09-30T14:01:59.758" v="734" actId="478"/>
          <ac:spMkLst>
            <pc:docMk/>
            <pc:sldMk cId="0" sldId="265"/>
            <ac:spMk id="4" creationId="{00000000-0000-0000-0000-000000000000}"/>
          </ac:spMkLst>
        </pc:spChg>
        <pc:spChg chg="mod">
          <ac:chgData name="Laia Maso I Reixach" userId="07ba3a86-e589-4d8d-9e66-87d4946c1585" providerId="ADAL" clId="{657546CD-7DA7-4AB9-A7B9-C078C42CDB83}" dt="2026-09-30T14:31:11.315" v="758" actId="26606"/>
          <ac:spMkLst>
            <pc:docMk/>
            <pc:sldMk cId="0" sldId="265"/>
            <ac:spMk id="6" creationId="{00000000-0000-0000-0000-000000000000}"/>
          </ac:spMkLst>
        </pc:spChg>
        <pc:spChg chg="mod">
          <ac:chgData name="Laia Maso I Reixach" userId="07ba3a86-e589-4d8d-9e66-87d4946c1585" providerId="ADAL" clId="{657546CD-7DA7-4AB9-A7B9-C078C42CDB83}" dt="2026-09-30T14:29:06.231" v="756" actId="26606"/>
          <ac:spMkLst>
            <pc:docMk/>
            <pc:sldMk cId="0" sldId="265"/>
            <ac:spMk id="9" creationId="{00000000-0000-0000-0000-000000000000}"/>
          </ac:spMkLst>
        </pc:spChg>
        <pc:spChg chg="mod">
          <ac:chgData name="Laia Maso I Reixach" userId="07ba3a86-e589-4d8d-9e66-87d4946c1585" providerId="ADAL" clId="{657546CD-7DA7-4AB9-A7B9-C078C42CDB83}" dt="2026-09-30T14:29:06.231" v="756" actId="26606"/>
          <ac:spMkLst>
            <pc:docMk/>
            <pc:sldMk cId="0" sldId="265"/>
            <ac:spMk id="11" creationId="{00000000-0000-0000-0000-000000000000}"/>
          </ac:spMkLst>
        </pc:spChg>
        <pc:spChg chg="mod">
          <ac:chgData name="Laia Maso I Reixach" userId="07ba3a86-e589-4d8d-9e66-87d4946c1585" providerId="ADAL" clId="{657546CD-7DA7-4AB9-A7B9-C078C42CDB83}" dt="2026-09-30T14:29:06.231" v="756" actId="26606"/>
          <ac:spMkLst>
            <pc:docMk/>
            <pc:sldMk cId="0" sldId="265"/>
            <ac:spMk id="12" creationId="{00000000-0000-0000-0000-000000000000}"/>
          </ac:spMkLst>
        </pc:spChg>
        <pc:spChg chg="mod">
          <ac:chgData name="Laia Maso I Reixach" userId="07ba3a86-e589-4d8d-9e66-87d4946c1585" providerId="ADAL" clId="{657546CD-7DA7-4AB9-A7B9-C078C42CDB83}" dt="2026-09-30T14:31:11.315" v="758" actId="26606"/>
          <ac:spMkLst>
            <pc:docMk/>
            <pc:sldMk cId="0" sldId="265"/>
            <ac:spMk id="15" creationId="{00000000-0000-0000-0000-000000000000}"/>
          </ac:spMkLst>
        </pc:spChg>
        <pc:spChg chg="mod">
          <ac:chgData name="Laia Maso I Reixach" userId="07ba3a86-e589-4d8d-9e66-87d4946c1585" providerId="ADAL" clId="{657546CD-7DA7-4AB9-A7B9-C078C42CDB83}" dt="2026-09-30T14:31:11.315" v="758" actId="26606"/>
          <ac:spMkLst>
            <pc:docMk/>
            <pc:sldMk cId="0" sldId="265"/>
            <ac:spMk id="16" creationId="{00000000-0000-0000-0000-000000000000}"/>
          </ac:spMkLst>
        </pc:spChg>
        <pc:spChg chg="mod">
          <ac:chgData name="Laia Maso I Reixach" userId="07ba3a86-e589-4d8d-9e66-87d4946c1585" providerId="ADAL" clId="{657546CD-7DA7-4AB9-A7B9-C078C42CDB83}" dt="2026-09-30T14:31:11.315" v="758" actId="26606"/>
          <ac:spMkLst>
            <pc:docMk/>
            <pc:sldMk cId="0" sldId="265"/>
            <ac:spMk id="18" creationId="{00000000-0000-0000-0000-000000000000}"/>
          </ac:spMkLst>
        </pc:spChg>
        <pc:spChg chg="mod">
          <ac:chgData name="Laia Maso I Reixach" userId="07ba3a86-e589-4d8d-9e66-87d4946c1585" providerId="ADAL" clId="{657546CD-7DA7-4AB9-A7B9-C078C42CDB83}" dt="2026-09-30T14:31:11.315" v="758" actId="26606"/>
          <ac:spMkLst>
            <pc:docMk/>
            <pc:sldMk cId="0" sldId="265"/>
            <ac:spMk id="19" creationId="{00000000-0000-0000-0000-000000000000}"/>
          </ac:spMkLst>
        </pc:spChg>
        <pc:spChg chg="mod">
          <ac:chgData name="Laia Maso I Reixach" userId="07ba3a86-e589-4d8d-9e66-87d4946c1585" providerId="ADAL" clId="{657546CD-7DA7-4AB9-A7B9-C078C42CDB83}" dt="2026-09-30T14:29:06.231" v="756" actId="26606"/>
          <ac:spMkLst>
            <pc:docMk/>
            <pc:sldMk cId="0" sldId="265"/>
            <ac:spMk id="20" creationId="{00000000-0000-0000-0000-000000000000}"/>
          </ac:spMkLst>
        </pc:spChg>
        <pc:spChg chg="add del mod">
          <ac:chgData name="Laia Maso I Reixach" userId="07ba3a86-e589-4d8d-9e66-87d4946c1585" providerId="ADAL" clId="{657546CD-7DA7-4AB9-A7B9-C078C42CDB83}" dt="2026-09-30T14:31:11.315" v="758" actId="26606"/>
          <ac:spMkLst>
            <pc:docMk/>
            <pc:sldMk cId="0" sldId="265"/>
            <ac:spMk id="21" creationId="{00000000-0000-0000-0000-000000000000}"/>
          </ac:spMkLst>
        </pc:spChg>
        <pc:spChg chg="mod">
          <ac:chgData name="Laia Maso I Reixach" userId="07ba3a86-e589-4d8d-9e66-87d4946c1585" providerId="ADAL" clId="{657546CD-7DA7-4AB9-A7B9-C078C42CDB83}" dt="2026-09-30T14:29:06.231" v="756" actId="26606"/>
          <ac:spMkLst>
            <pc:docMk/>
            <pc:sldMk cId="0" sldId="265"/>
            <ac:spMk id="23" creationId="{00000000-0000-0000-0000-000000000000}"/>
          </ac:spMkLst>
        </pc:spChg>
        <pc:spChg chg="add del mod">
          <ac:chgData name="Laia Maso I Reixach" userId="07ba3a86-e589-4d8d-9e66-87d4946c1585" providerId="ADAL" clId="{657546CD-7DA7-4AB9-A7B9-C078C42CDB83}" dt="2026-09-30T14:31:11.315" v="758" actId="26606"/>
          <ac:spMkLst>
            <pc:docMk/>
            <pc:sldMk cId="0" sldId="265"/>
            <ac:spMk id="26" creationId="{00000000-0000-0000-0000-000000000000}"/>
          </ac:spMkLst>
        </pc:spChg>
        <pc:spChg chg="add del mod">
          <ac:chgData name="Laia Maso I Reixach" userId="07ba3a86-e589-4d8d-9e66-87d4946c1585" providerId="ADAL" clId="{657546CD-7DA7-4AB9-A7B9-C078C42CDB83}" dt="2026-09-30T14:31:11.315" v="758" actId="26606"/>
          <ac:spMkLst>
            <pc:docMk/>
            <pc:sldMk cId="0" sldId="265"/>
            <ac:spMk id="27" creationId="{00000000-0000-0000-0000-000000000000}"/>
          </ac:spMkLst>
        </pc:spChg>
        <pc:spChg chg="del">
          <ac:chgData name="Laia Maso I Reixach" userId="07ba3a86-e589-4d8d-9e66-87d4946c1585" providerId="ADAL" clId="{657546CD-7DA7-4AB9-A7B9-C078C42CDB83}" dt="2026-09-30T14:29:06.231" v="756" actId="26606"/>
          <ac:spMkLst>
            <pc:docMk/>
            <pc:sldMk cId="0" sldId="265"/>
            <ac:spMk id="109" creationId="{00000000-0000-0000-0000-000000000000}"/>
          </ac:spMkLst>
        </pc:spChg>
        <pc:spChg chg="add del">
          <ac:chgData name="Laia Maso I Reixach" userId="07ba3a86-e589-4d8d-9e66-87d4946c1585" providerId="ADAL" clId="{657546CD-7DA7-4AB9-A7B9-C078C42CDB83}" dt="2026-09-30T14:31:11.315" v="758" actId="26606"/>
          <ac:spMkLst>
            <pc:docMk/>
            <pc:sldMk cId="0" sldId="265"/>
            <ac:spMk id="110" creationId="{00000000-0000-0000-0000-000000000000}"/>
          </ac:spMkLst>
        </pc:spChg>
        <pc:spChg chg="del">
          <ac:chgData name="Laia Maso I Reixach" userId="07ba3a86-e589-4d8d-9e66-87d4946c1585" providerId="ADAL" clId="{657546CD-7DA7-4AB9-A7B9-C078C42CDB83}" dt="2026-09-30T14:29:06.231" v="756" actId="26606"/>
          <ac:spMkLst>
            <pc:docMk/>
            <pc:sldMk cId="0" sldId="265"/>
            <ac:spMk id="113" creationId="{00000000-0000-0000-0000-000000000000}"/>
          </ac:spMkLst>
        </pc:spChg>
      </pc:sldChg>
      <pc:sldChg chg="add del setBg">
        <pc:chgData name="Laia Maso I Reixach" userId="07ba3a86-e589-4d8d-9e66-87d4946c1585" providerId="ADAL" clId="{657546CD-7DA7-4AB9-A7B9-C078C42CDB83}" dt="2026-09-30T14:02:52.657" v="744" actId="47"/>
        <pc:sldMkLst>
          <pc:docMk/>
          <pc:sldMk cId="778613034" sldId="266"/>
        </pc:sldMkLst>
      </pc:sldChg>
      <pc:sldChg chg="addSp delSp modSp new del mod">
        <pc:chgData name="Laia Maso I Reixach" userId="07ba3a86-e589-4d8d-9e66-87d4946c1585" providerId="ADAL" clId="{657546CD-7DA7-4AB9-A7B9-C078C42CDB83}" dt="2026-09-30T13:51:00.756" v="728" actId="47"/>
        <pc:sldMkLst>
          <pc:docMk/>
          <pc:sldMk cId="2542327325" sldId="266"/>
        </pc:sldMkLst>
        <pc:spChg chg="add mod">
          <ac:chgData name="Laia Maso I Reixach" userId="07ba3a86-e589-4d8d-9e66-87d4946c1585" providerId="ADAL" clId="{657546CD-7DA7-4AB9-A7B9-C078C42CDB83}" dt="2026-09-30T13:50:47.068" v="714"/>
          <ac:spMkLst>
            <pc:docMk/>
            <pc:sldMk cId="2542327325" sldId="266"/>
            <ac:spMk id="2" creationId="{BE13C5EF-CB38-6D6F-F1EC-9C4D30EFFA39}"/>
          </ac:spMkLst>
        </pc:spChg>
        <pc:spChg chg="add del mod modVis">
          <ac:chgData name="Laia Maso I Reixach" userId="07ba3a86-e589-4d8d-9e66-87d4946c1585" providerId="ADAL" clId="{657546CD-7DA7-4AB9-A7B9-C078C42CDB83}" dt="2026-09-30T13:50:39.323" v="626"/>
          <ac:spMkLst>
            <pc:docMk/>
            <pc:sldMk cId="2542327325" sldId="266"/>
            <ac:spMk id="3" creationId="{9108B2DB-AB21-1EEA-2BAA-F34B16B92A6C}"/>
          </ac:spMkLst>
        </pc:spChg>
        <pc:spChg chg="add mod">
          <ac:chgData name="Laia Maso I Reixach" userId="07ba3a86-e589-4d8d-9e66-87d4946c1585" providerId="ADAL" clId="{657546CD-7DA7-4AB9-A7B9-C078C42CDB83}" dt="2026-09-30T13:50:47.068" v="715"/>
          <ac:spMkLst>
            <pc:docMk/>
            <pc:sldMk cId="2542327325" sldId="266"/>
            <ac:spMk id="4" creationId="{EF92DAD8-1E5D-E92F-AE2B-645F5DAB86A4}"/>
          </ac:spMkLst>
        </pc:spChg>
        <pc:spChg chg="add mod">
          <ac:chgData name="Laia Maso I Reixach" userId="07ba3a86-e589-4d8d-9e66-87d4946c1585" providerId="ADAL" clId="{657546CD-7DA7-4AB9-A7B9-C078C42CDB83}" dt="2026-09-30T13:50:47.068" v="716"/>
          <ac:spMkLst>
            <pc:docMk/>
            <pc:sldMk cId="2542327325" sldId="266"/>
            <ac:spMk id="5" creationId="{9E804611-83CD-45B2-A0D4-66E8DC3C6574}"/>
          </ac:spMkLst>
        </pc:spChg>
        <pc:spChg chg="add mod">
          <ac:chgData name="Laia Maso I Reixach" userId="07ba3a86-e589-4d8d-9e66-87d4946c1585" providerId="ADAL" clId="{657546CD-7DA7-4AB9-A7B9-C078C42CDB83}" dt="2026-09-30T13:50:47.069" v="717"/>
          <ac:spMkLst>
            <pc:docMk/>
            <pc:sldMk cId="2542327325" sldId="266"/>
            <ac:spMk id="6" creationId="{893DF0DD-9427-23C8-F945-DD26B2F2CFA8}"/>
          </ac:spMkLst>
        </pc:spChg>
        <pc:spChg chg="add mod">
          <ac:chgData name="Laia Maso I Reixach" userId="07ba3a86-e589-4d8d-9e66-87d4946c1585" providerId="ADAL" clId="{657546CD-7DA7-4AB9-A7B9-C078C42CDB83}" dt="2026-09-30T13:50:47.069" v="718"/>
          <ac:spMkLst>
            <pc:docMk/>
            <pc:sldMk cId="2542327325" sldId="266"/>
            <ac:spMk id="7" creationId="{50438700-0870-30A4-421D-48595D3FD2A4}"/>
          </ac:spMkLst>
        </pc:spChg>
        <pc:spChg chg="add mod">
          <ac:chgData name="Laia Maso I Reixach" userId="07ba3a86-e589-4d8d-9e66-87d4946c1585" providerId="ADAL" clId="{657546CD-7DA7-4AB9-A7B9-C078C42CDB83}" dt="2026-09-30T13:50:47.069" v="719"/>
          <ac:spMkLst>
            <pc:docMk/>
            <pc:sldMk cId="2542327325" sldId="266"/>
            <ac:spMk id="8" creationId="{AA49EDCB-B862-5EC9-599A-7EB734908735}"/>
          </ac:spMkLst>
        </pc:spChg>
        <pc:spChg chg="add mod">
          <ac:chgData name="Laia Maso I Reixach" userId="07ba3a86-e589-4d8d-9e66-87d4946c1585" providerId="ADAL" clId="{657546CD-7DA7-4AB9-A7B9-C078C42CDB83}" dt="2026-09-30T13:50:47.070" v="720"/>
          <ac:spMkLst>
            <pc:docMk/>
            <pc:sldMk cId="2542327325" sldId="266"/>
            <ac:spMk id="9" creationId="{4C14CC85-046D-4FFD-250D-90094DE60E38}"/>
          </ac:spMkLst>
        </pc:spChg>
        <pc:spChg chg="add mod">
          <ac:chgData name="Laia Maso I Reixach" userId="07ba3a86-e589-4d8d-9e66-87d4946c1585" providerId="ADAL" clId="{657546CD-7DA7-4AB9-A7B9-C078C42CDB83}" dt="2026-09-30T13:50:47.070" v="721"/>
          <ac:spMkLst>
            <pc:docMk/>
            <pc:sldMk cId="2542327325" sldId="266"/>
            <ac:spMk id="10" creationId="{6E91B4B5-9E9F-F6DC-8B9C-169C36AFF62C}"/>
          </ac:spMkLst>
        </pc:spChg>
        <pc:spChg chg="add del mod ord">
          <ac:chgData name="Laia Maso I Reixach" userId="07ba3a86-e589-4d8d-9e66-87d4946c1585" providerId="ADAL" clId="{657546CD-7DA7-4AB9-A7B9-C078C42CDB83}" dt="2026-09-30T13:50:47.047" v="702"/>
          <ac:spMkLst>
            <pc:docMk/>
            <pc:sldMk cId="2542327325" sldId="266"/>
            <ac:spMk id="11" creationId="{BE58CFF9-9919-299F-8BA0-F05FAC11C519}"/>
          </ac:spMkLst>
        </pc:spChg>
        <pc:spChg chg="add mod">
          <ac:chgData name="Laia Maso I Reixach" userId="07ba3a86-e589-4d8d-9e66-87d4946c1585" providerId="ADAL" clId="{657546CD-7DA7-4AB9-A7B9-C078C42CDB83}" dt="2026-09-30T13:50:47.070" v="722"/>
          <ac:spMkLst>
            <pc:docMk/>
            <pc:sldMk cId="2542327325" sldId="266"/>
            <ac:spMk id="12" creationId="{4BB3B00E-1C8D-DE7E-10AB-010262DCC240}"/>
          </ac:spMkLst>
        </pc:spChg>
        <pc:spChg chg="add mod">
          <ac:chgData name="Laia Maso I Reixach" userId="07ba3a86-e589-4d8d-9e66-87d4946c1585" providerId="ADAL" clId="{657546CD-7DA7-4AB9-A7B9-C078C42CDB83}" dt="2026-09-30T13:50:47.071" v="723"/>
          <ac:spMkLst>
            <pc:docMk/>
            <pc:sldMk cId="2542327325" sldId="266"/>
            <ac:spMk id="13" creationId="{D7AABC9B-5D9D-DD59-2B2B-D8453710316A}"/>
          </ac:spMkLst>
        </pc:spChg>
        <pc:spChg chg="add del mod modVis">
          <ac:chgData name="Laia Maso I Reixach" userId="07ba3a86-e589-4d8d-9e66-87d4946c1585" providerId="ADAL" clId="{657546CD-7DA7-4AB9-A7B9-C078C42CDB83}" dt="2026-09-30T13:50:47.071" v="725"/>
          <ac:spMkLst>
            <pc:docMk/>
            <pc:sldMk cId="2542327325" sldId="266"/>
            <ac:spMk id="17" creationId="{9A2780E2-A33A-F504-560D-824779E5B4B9}"/>
          </ac:spMkLst>
        </pc:spChg>
        <pc:graphicFrameChg chg="add del mod ord">
          <ac:chgData name="Laia Maso I Reixach" userId="07ba3a86-e589-4d8d-9e66-87d4946c1585" providerId="ADAL" clId="{657546CD-7DA7-4AB9-A7B9-C078C42CDB83}" dt="2026-09-30T13:50:47.051" v="704"/>
          <ac:graphicFrameMkLst>
            <pc:docMk/>
            <pc:sldMk cId="2542327325" sldId="266"/>
            <ac:graphicFrameMk id="15" creationId="{8304F40A-3BDD-96B8-CBFC-4469BA0FBDCD}"/>
          </ac:graphicFrameMkLst>
        </pc:graphicFrameChg>
        <pc:graphicFrameChg chg="add mod ord modVis">
          <ac:chgData name="Laia Maso I Reixach" userId="07ba3a86-e589-4d8d-9e66-87d4946c1585" providerId="ADAL" clId="{657546CD-7DA7-4AB9-A7B9-C078C42CDB83}" dt="2026-09-30T13:50:47.073" v="727"/>
          <ac:graphicFrameMkLst>
            <pc:docMk/>
            <pc:sldMk cId="2542327325" sldId="266"/>
            <ac:graphicFrameMk id="16" creationId="{F11FB92D-A1F2-0F81-5A58-E08FB22D0C2C}"/>
          </ac:graphicFrameMkLst>
        </pc:graphicFrameChg>
        <pc:graphicFrameChg chg="add mod ord">
          <ac:chgData name="Laia Maso I Reixach" userId="07ba3a86-e589-4d8d-9e66-87d4946c1585" providerId="ADAL" clId="{657546CD-7DA7-4AB9-A7B9-C078C42CDB83}" dt="2026-09-30T13:50:47.067" v="711"/>
          <ac:graphicFrameMkLst>
            <pc:docMk/>
            <pc:sldMk cId="2542327325" sldId="266"/>
            <ac:graphicFrameMk id="18" creationId="{03A255C5-1446-A056-0702-8F2A620BFCD9}"/>
          </ac:graphicFrameMkLst>
        </pc:graphicFrameChg>
        <pc:cxnChg chg="add mod ord">
          <ac:chgData name="Laia Maso I Reixach" userId="07ba3a86-e589-4d8d-9e66-87d4946c1585" providerId="ADAL" clId="{657546CD-7DA7-4AB9-A7B9-C078C42CDB83}" dt="2026-09-30T13:50:47.067" v="713"/>
          <ac:cxnSpMkLst>
            <pc:docMk/>
            <pc:sldMk cId="2542327325" sldId="266"/>
            <ac:cxnSpMk id="14" creationId="{0EFDBEE2-B61C-FA60-ED0C-83CAB298E70D}"/>
          </ac:cxnSpMkLst>
        </pc:cxnChg>
      </pc:sldChg>
      <pc:sldChg chg="add del setBg">
        <pc:chgData name="Laia Maso I Reixach" userId="07ba3a86-e589-4d8d-9e66-87d4946c1585" providerId="ADAL" clId="{657546CD-7DA7-4AB9-A7B9-C078C42CDB83}" dt="2026-09-30T14:02:36.467" v="740" actId="47"/>
        <pc:sldMkLst>
          <pc:docMk/>
          <pc:sldMk cId="826406901" sldId="267"/>
        </pc:sldMkLst>
      </pc:sldChg>
      <pc:sldChg chg="add del setBg">
        <pc:chgData name="Laia Maso I Reixach" userId="07ba3a86-e589-4d8d-9e66-87d4946c1585" providerId="ADAL" clId="{657546CD-7DA7-4AB9-A7B9-C078C42CDB83}" dt="2026-09-30T14:02:34.342" v="739" actId="47"/>
        <pc:sldMkLst>
          <pc:docMk/>
          <pc:sldMk cId="2225179908" sldId="268"/>
        </pc:sldMkLst>
      </pc:sldChg>
      <pc:sldChg chg="addSp delSp add del mod">
        <pc:chgData name="Laia Maso I Reixach" userId="07ba3a86-e589-4d8d-9e66-87d4946c1585" providerId="ADAL" clId="{657546CD-7DA7-4AB9-A7B9-C078C42CDB83}" dt="2026-09-30T14:24:44.872" v="753" actId="26606"/>
        <pc:sldMkLst>
          <pc:docMk/>
          <pc:sldMk cId="2169584407" sldId="269"/>
        </pc:sldMkLst>
        <pc:spChg chg="del">
          <ac:chgData name="Laia Maso I Reixach" userId="07ba3a86-e589-4d8d-9e66-87d4946c1585" providerId="ADAL" clId="{657546CD-7DA7-4AB9-A7B9-C078C42CDB83}" dt="2026-09-30T14:02:44.213" v="742" actId="478"/>
          <ac:spMkLst>
            <pc:docMk/>
            <pc:sldMk cId="2169584407" sldId="269"/>
            <ac:spMk id="2" creationId="{355BF266-CB1B-B002-59DC-BA096711C72D}"/>
          </ac:spMkLst>
        </pc:spChg>
        <pc:spChg chg="del">
          <ac:chgData name="Laia Maso I Reixach" userId="07ba3a86-e589-4d8d-9e66-87d4946c1585" providerId="ADAL" clId="{657546CD-7DA7-4AB9-A7B9-C078C42CDB83}" dt="2026-09-30T14:02:44.213" v="742" actId="478"/>
          <ac:spMkLst>
            <pc:docMk/>
            <pc:sldMk cId="2169584407" sldId="269"/>
            <ac:spMk id="3" creationId="{58A0195D-D282-C8F2-36ED-970CA348A974}"/>
          </ac:spMkLst>
        </pc:spChg>
        <pc:spChg chg="del">
          <ac:chgData name="Laia Maso I Reixach" userId="07ba3a86-e589-4d8d-9e66-87d4946c1585" providerId="ADAL" clId="{657546CD-7DA7-4AB9-A7B9-C078C42CDB83}" dt="2026-09-30T14:02:39.983" v="741" actId="478"/>
          <ac:spMkLst>
            <pc:docMk/>
            <pc:sldMk cId="2169584407" sldId="269"/>
            <ac:spMk id="5" creationId="{7B14A16F-9167-E5D5-CECF-C22D23DFDCE2}"/>
          </ac:spMkLst>
        </pc:spChg>
        <pc:spChg chg="del">
          <ac:chgData name="Laia Maso I Reixach" userId="07ba3a86-e589-4d8d-9e66-87d4946c1585" providerId="ADAL" clId="{657546CD-7DA7-4AB9-A7B9-C078C42CDB83}" dt="2026-09-30T14:02:39.983" v="741" actId="478"/>
          <ac:spMkLst>
            <pc:docMk/>
            <pc:sldMk cId="2169584407" sldId="269"/>
            <ac:spMk id="9" creationId="{54FAB900-7BEA-FC0F-217B-6B1CFCB34936}"/>
          </ac:spMkLst>
        </pc:spChg>
        <pc:spChg chg="del">
          <ac:chgData name="Laia Maso I Reixach" userId="07ba3a86-e589-4d8d-9e66-87d4946c1585" providerId="ADAL" clId="{657546CD-7DA7-4AB9-A7B9-C078C42CDB83}" dt="2026-09-30T14:02:39.983" v="741" actId="478"/>
          <ac:spMkLst>
            <pc:docMk/>
            <pc:sldMk cId="2169584407" sldId="269"/>
            <ac:spMk id="10" creationId="{8DAE957B-5EC1-8D14-703C-9AE74E6339C5}"/>
          </ac:spMkLst>
        </pc:spChg>
        <pc:spChg chg="del">
          <ac:chgData name="Laia Maso I Reixach" userId="07ba3a86-e589-4d8d-9e66-87d4946c1585" providerId="ADAL" clId="{657546CD-7DA7-4AB9-A7B9-C078C42CDB83}" dt="2026-09-30T14:02:39.983" v="741" actId="478"/>
          <ac:spMkLst>
            <pc:docMk/>
            <pc:sldMk cId="2169584407" sldId="269"/>
            <ac:spMk id="14" creationId="{C9B2C5C0-3904-0CF1-1EC6-B81170CC17BE}"/>
          </ac:spMkLst>
        </pc:spChg>
        <pc:spChg chg="del">
          <ac:chgData name="Laia Maso I Reixach" userId="07ba3a86-e589-4d8d-9e66-87d4946c1585" providerId="ADAL" clId="{657546CD-7DA7-4AB9-A7B9-C078C42CDB83}" dt="2026-09-30T14:02:39.983" v="741" actId="478"/>
          <ac:spMkLst>
            <pc:docMk/>
            <pc:sldMk cId="2169584407" sldId="269"/>
            <ac:spMk id="15" creationId="{870E0113-C3FB-498E-F8AA-682515DBBA61}"/>
          </ac:spMkLst>
        </pc:spChg>
        <pc:spChg chg="del">
          <ac:chgData name="Laia Maso I Reixach" userId="07ba3a86-e589-4d8d-9e66-87d4946c1585" providerId="ADAL" clId="{657546CD-7DA7-4AB9-A7B9-C078C42CDB83}" dt="2026-09-30T14:02:39.983" v="741" actId="478"/>
          <ac:spMkLst>
            <pc:docMk/>
            <pc:sldMk cId="2169584407" sldId="269"/>
            <ac:spMk id="18" creationId="{C5E07C88-6EC4-75C8-CA38-0CC154B8BC05}"/>
          </ac:spMkLst>
        </pc:spChg>
        <pc:spChg chg="del">
          <ac:chgData name="Laia Maso I Reixach" userId="07ba3a86-e589-4d8d-9e66-87d4946c1585" providerId="ADAL" clId="{657546CD-7DA7-4AB9-A7B9-C078C42CDB83}" dt="2026-09-30T14:02:39.983" v="741" actId="478"/>
          <ac:spMkLst>
            <pc:docMk/>
            <pc:sldMk cId="2169584407" sldId="269"/>
            <ac:spMk id="19" creationId="{C2CEAE64-91DF-0D2E-E526-05D81416C956}"/>
          </ac:spMkLst>
        </pc:spChg>
        <pc:spChg chg="del">
          <ac:chgData name="Laia Maso I Reixach" userId="07ba3a86-e589-4d8d-9e66-87d4946c1585" providerId="ADAL" clId="{657546CD-7DA7-4AB9-A7B9-C078C42CDB83}" dt="2026-09-30T14:02:39.983" v="741" actId="478"/>
          <ac:spMkLst>
            <pc:docMk/>
            <pc:sldMk cId="2169584407" sldId="269"/>
            <ac:spMk id="20" creationId="{81304F37-CFAB-803F-BE8A-7237439A4826}"/>
          </ac:spMkLst>
        </pc:spChg>
        <pc:spChg chg="del">
          <ac:chgData name="Laia Maso I Reixach" userId="07ba3a86-e589-4d8d-9e66-87d4946c1585" providerId="ADAL" clId="{657546CD-7DA7-4AB9-A7B9-C078C42CDB83}" dt="2026-09-30T14:02:39.983" v="741" actId="478"/>
          <ac:spMkLst>
            <pc:docMk/>
            <pc:sldMk cId="2169584407" sldId="269"/>
            <ac:spMk id="22" creationId="{C60DDFB7-6E7E-05F5-4239-AD3E59F318EA}"/>
          </ac:spMkLst>
        </pc:spChg>
        <pc:spChg chg="del">
          <ac:chgData name="Laia Maso I Reixach" userId="07ba3a86-e589-4d8d-9e66-87d4946c1585" providerId="ADAL" clId="{657546CD-7DA7-4AB9-A7B9-C078C42CDB83}" dt="2026-09-30T14:02:39.983" v="741" actId="478"/>
          <ac:spMkLst>
            <pc:docMk/>
            <pc:sldMk cId="2169584407" sldId="269"/>
            <ac:spMk id="26" creationId="{2A4B2F29-48E7-100B-9B76-DA6DC897C07C}"/>
          </ac:spMkLst>
        </pc:spChg>
        <pc:spChg chg="add">
          <ac:chgData name="Laia Maso I Reixach" userId="07ba3a86-e589-4d8d-9e66-87d4946c1585" providerId="ADAL" clId="{657546CD-7DA7-4AB9-A7B9-C078C42CDB83}" dt="2026-09-30T14:02:50.554" v="743" actId="22"/>
          <ac:spMkLst>
            <pc:docMk/>
            <pc:sldMk cId="2169584407" sldId="269"/>
            <ac:spMk id="29" creationId="{188E9239-B443-388A-B319-05E458E75713}"/>
          </ac:spMkLst>
        </pc:spChg>
        <pc:spChg chg="add">
          <ac:chgData name="Laia Maso I Reixach" userId="07ba3a86-e589-4d8d-9e66-87d4946c1585" providerId="ADAL" clId="{657546CD-7DA7-4AB9-A7B9-C078C42CDB83}" dt="2026-09-30T14:02:50.554" v="743" actId="22"/>
          <ac:spMkLst>
            <pc:docMk/>
            <pc:sldMk cId="2169584407" sldId="269"/>
            <ac:spMk id="31" creationId="{0EBA9ED5-2130-A657-5AD7-75B4651878DE}"/>
          </ac:spMkLst>
        </pc:spChg>
        <pc:spChg chg="add">
          <ac:chgData name="Laia Maso I Reixach" userId="07ba3a86-e589-4d8d-9e66-87d4946c1585" providerId="ADAL" clId="{657546CD-7DA7-4AB9-A7B9-C078C42CDB83}" dt="2026-09-30T14:02:50.554" v="743" actId="22"/>
          <ac:spMkLst>
            <pc:docMk/>
            <pc:sldMk cId="2169584407" sldId="269"/>
            <ac:spMk id="33" creationId="{720A4CBF-A48D-63E4-C1B8-F937EA67006D}"/>
          </ac:spMkLst>
        </pc:spChg>
        <pc:spChg chg="add">
          <ac:chgData name="Laia Maso I Reixach" userId="07ba3a86-e589-4d8d-9e66-87d4946c1585" providerId="ADAL" clId="{657546CD-7DA7-4AB9-A7B9-C078C42CDB83}" dt="2026-09-30T14:02:50.554" v="743" actId="22"/>
          <ac:spMkLst>
            <pc:docMk/>
            <pc:sldMk cId="2169584407" sldId="269"/>
            <ac:spMk id="35" creationId="{6E5AB0D2-FE7B-8FFD-0372-AAD03B88819B}"/>
          </ac:spMkLst>
        </pc:spChg>
        <pc:spChg chg="add">
          <ac:chgData name="Laia Maso I Reixach" userId="07ba3a86-e589-4d8d-9e66-87d4946c1585" providerId="ADAL" clId="{657546CD-7DA7-4AB9-A7B9-C078C42CDB83}" dt="2026-09-30T14:02:50.554" v="743" actId="22"/>
          <ac:spMkLst>
            <pc:docMk/>
            <pc:sldMk cId="2169584407" sldId="269"/>
            <ac:spMk id="37" creationId="{626F0E88-A85B-1D72-0408-F844A02325DE}"/>
          </ac:spMkLst>
        </pc:spChg>
        <pc:spChg chg="add">
          <ac:chgData name="Laia Maso I Reixach" userId="07ba3a86-e589-4d8d-9e66-87d4946c1585" providerId="ADAL" clId="{657546CD-7DA7-4AB9-A7B9-C078C42CDB83}" dt="2026-09-30T14:02:50.554" v="743" actId="22"/>
          <ac:spMkLst>
            <pc:docMk/>
            <pc:sldMk cId="2169584407" sldId="269"/>
            <ac:spMk id="39" creationId="{E1CD9483-6AB4-B1FA-1435-EE9AC3FED0BD}"/>
          </ac:spMkLst>
        </pc:spChg>
        <pc:spChg chg="add">
          <ac:chgData name="Laia Maso I Reixach" userId="07ba3a86-e589-4d8d-9e66-87d4946c1585" providerId="ADAL" clId="{657546CD-7DA7-4AB9-A7B9-C078C42CDB83}" dt="2026-09-30T14:02:50.554" v="743" actId="22"/>
          <ac:spMkLst>
            <pc:docMk/>
            <pc:sldMk cId="2169584407" sldId="269"/>
            <ac:spMk id="41" creationId="{9F0FF521-7801-61F3-999E-8465D7883318}"/>
          </ac:spMkLst>
        </pc:spChg>
      </pc:sldChg>
      <pc:sldChg chg="add ord">
        <pc:chgData name="Laia Maso I Reixach" userId="07ba3a86-e589-4d8d-9e66-87d4946c1585" providerId="ADAL" clId="{657546CD-7DA7-4AB9-A7B9-C078C42CDB83}" dt="2026-09-30T14:11:37.180" v="749"/>
        <pc:sldMkLst>
          <pc:docMk/>
          <pc:sldMk cId="0" sldId="270"/>
        </pc:sldMkLst>
      </pc:sldChg>
      <pc:sldChg chg="add del">
        <pc:chgData name="Laia Maso I Reixach" userId="07ba3a86-e589-4d8d-9e66-87d4946c1585" providerId="ADAL" clId="{657546CD-7DA7-4AB9-A7B9-C078C42CDB83}" dt="2026-09-30T14:32:05.702" v="761" actId="26606"/>
        <pc:sldMkLst>
          <pc:docMk/>
          <pc:sldMk cId="0" sldId="271"/>
        </pc:sldMkLst>
      </pc:sldChg>
      <pc:sldChg chg="addSp modSp add mod">
        <pc:chgData name="Laia Maso I Reixach" userId="07ba3a86-e589-4d8d-9e66-87d4946c1585" providerId="ADAL" clId="{657546CD-7DA7-4AB9-A7B9-C078C42CDB83}" dt="2026-09-30T14:44:26.248" v="805" actId="14100"/>
        <pc:sldMkLst>
          <pc:docMk/>
          <pc:sldMk cId="3945181904" sldId="271"/>
        </pc:sldMkLst>
        <pc:spChg chg="add mod">
          <ac:chgData name="Laia Maso I Reixach" userId="07ba3a86-e589-4d8d-9e66-87d4946c1585" providerId="ADAL" clId="{657546CD-7DA7-4AB9-A7B9-C078C42CDB83}" dt="2026-09-30T14:44:26.248" v="805" actId="14100"/>
          <ac:spMkLst>
            <pc:docMk/>
            <pc:sldMk cId="3945181904" sldId="271"/>
            <ac:spMk id="4" creationId="{FC53DA6B-8153-C7F6-E679-8289DBFC95B2}"/>
          </ac:spMkLst>
        </pc:spChg>
      </pc:sldChg>
      <pc:sldChg chg="addSp delSp modSp add mod">
        <pc:chgData name="Laia Maso I Reixach" userId="07ba3a86-e589-4d8d-9e66-87d4946c1585" providerId="ADAL" clId="{657546CD-7DA7-4AB9-A7B9-C078C42CDB83}" dt="2026-09-30T14:50:36.655" v="807" actId="26606"/>
        <pc:sldMkLst>
          <pc:docMk/>
          <pc:sldMk cId="0" sldId="272"/>
        </pc:sldMkLst>
        <pc:spChg chg="mod">
          <ac:chgData name="Laia Maso I Reixach" userId="07ba3a86-e589-4d8d-9e66-87d4946c1585" providerId="ADAL" clId="{657546CD-7DA7-4AB9-A7B9-C078C42CDB83}" dt="2026-09-30T14:50:36.655" v="807" actId="26606"/>
          <ac:spMkLst>
            <pc:docMk/>
            <pc:sldMk cId="0" sldId="272"/>
            <ac:spMk id="3" creationId="{00000000-0000-0000-0000-000000000000}"/>
          </ac:spMkLst>
        </pc:spChg>
        <pc:spChg chg="del">
          <ac:chgData name="Laia Maso I Reixach" userId="07ba3a86-e589-4d8d-9e66-87d4946c1585" providerId="ADAL" clId="{657546CD-7DA7-4AB9-A7B9-C078C42CDB83}" dt="2026-09-30T14:50:36.655" v="807" actId="26606"/>
          <ac:spMkLst>
            <pc:docMk/>
            <pc:sldMk cId="0" sldId="272"/>
            <ac:spMk id="23" creationId="{00000000-0000-0000-0000-000000000000}"/>
          </ac:spMkLst>
        </pc:spChg>
        <pc:spChg chg="del">
          <ac:chgData name="Laia Maso I Reixach" userId="07ba3a86-e589-4d8d-9e66-87d4946c1585" providerId="ADAL" clId="{657546CD-7DA7-4AB9-A7B9-C078C42CDB83}" dt="2026-09-30T14:50:36.655" v="807" actId="26606"/>
          <ac:spMkLst>
            <pc:docMk/>
            <pc:sldMk cId="0" sldId="272"/>
            <ac:spMk id="26" creationId="{00000000-0000-0000-0000-000000000000}"/>
          </ac:spMkLst>
        </pc:spChg>
        <pc:spChg chg="del">
          <ac:chgData name="Laia Maso I Reixach" userId="07ba3a86-e589-4d8d-9e66-87d4946c1585" providerId="ADAL" clId="{657546CD-7DA7-4AB9-A7B9-C078C42CDB83}" dt="2026-09-30T14:50:36.655" v="807" actId="26606"/>
          <ac:spMkLst>
            <pc:docMk/>
            <pc:sldMk cId="0" sldId="272"/>
            <ac:spMk id="27" creationId="{00000000-0000-0000-0000-000000000000}"/>
          </ac:spMkLst>
        </pc:spChg>
        <pc:spChg chg="del">
          <ac:chgData name="Laia Maso I Reixach" userId="07ba3a86-e589-4d8d-9e66-87d4946c1585" providerId="ADAL" clId="{657546CD-7DA7-4AB9-A7B9-C078C42CDB83}" dt="2026-09-30T14:50:36.655" v="807" actId="26606"/>
          <ac:spMkLst>
            <pc:docMk/>
            <pc:sldMk cId="0" sldId="272"/>
            <ac:spMk id="29" creationId="{00000000-0000-0000-0000-000000000000}"/>
          </ac:spMkLst>
        </pc:spChg>
        <pc:spChg chg="add">
          <ac:chgData name="Laia Maso I Reixach" userId="07ba3a86-e589-4d8d-9e66-87d4946c1585" providerId="ADAL" clId="{657546CD-7DA7-4AB9-A7B9-C078C42CDB83}" dt="2026-09-30T14:50:36.655" v="807" actId="26606"/>
          <ac:spMkLst>
            <pc:docMk/>
            <pc:sldMk cId="0" sldId="272"/>
            <ac:spMk id="105" creationId="{00000000-0000-0000-0000-000000000000}"/>
          </ac:spMkLst>
        </pc:spChg>
        <pc:spChg chg="add">
          <ac:chgData name="Laia Maso I Reixach" userId="07ba3a86-e589-4d8d-9e66-87d4946c1585" providerId="ADAL" clId="{657546CD-7DA7-4AB9-A7B9-C078C42CDB83}" dt="2026-09-30T14:50:36.655" v="807" actId="26606"/>
          <ac:spMkLst>
            <pc:docMk/>
            <pc:sldMk cId="0" sldId="272"/>
            <ac:spMk id="108" creationId="{00000000-0000-0000-0000-000000000000}"/>
          </ac:spMkLst>
        </pc:spChg>
        <pc:spChg chg="add">
          <ac:chgData name="Laia Maso I Reixach" userId="07ba3a86-e589-4d8d-9e66-87d4946c1585" providerId="ADAL" clId="{657546CD-7DA7-4AB9-A7B9-C078C42CDB83}" dt="2026-09-30T14:50:36.655" v="807" actId="26606"/>
          <ac:spMkLst>
            <pc:docMk/>
            <pc:sldMk cId="0" sldId="272"/>
            <ac:spMk id="109" creationId="{00000000-0000-0000-0000-000000000000}"/>
          </ac:spMkLst>
        </pc:spChg>
        <pc:spChg chg="add">
          <ac:chgData name="Laia Maso I Reixach" userId="07ba3a86-e589-4d8d-9e66-87d4946c1585" providerId="ADAL" clId="{657546CD-7DA7-4AB9-A7B9-C078C42CDB83}" dt="2026-09-30T14:50:36.655" v="807" actId="26606"/>
          <ac:spMkLst>
            <pc:docMk/>
            <pc:sldMk cId="0" sldId="272"/>
            <ac:spMk id="118" creationId="{00000000-0000-0000-0000-000000000000}"/>
          </ac:spMkLst>
        </pc:spChg>
        <pc:spChg chg="add">
          <ac:chgData name="Laia Maso I Reixach" userId="07ba3a86-e589-4d8d-9e66-87d4946c1585" providerId="ADAL" clId="{657546CD-7DA7-4AB9-A7B9-C078C42CDB83}" dt="2026-09-30T14:50:36.655" v="807" actId="26606"/>
          <ac:spMkLst>
            <pc:docMk/>
            <pc:sldMk cId="0" sldId="272"/>
            <ac:spMk id="122" creationId="{00000000-0000-0000-0000-000000000000}"/>
          </ac:spMkLst>
        </pc:spChg>
      </pc:sldChg>
      <pc:sldChg chg="add del setBg">
        <pc:chgData name="Laia Maso I Reixach" userId="07ba3a86-e589-4d8d-9e66-87d4946c1585" providerId="ADAL" clId="{657546CD-7DA7-4AB9-A7B9-C078C42CDB83}" dt="2026-09-30T14:32:03.536" v="760"/>
        <pc:sldMkLst>
          <pc:docMk/>
          <pc:sldMk cId="2925163151" sldId="272"/>
        </pc:sldMkLst>
      </pc:sldChg>
      <pc:sldMasterChg chg="addSp modSp mod">
        <pc:chgData name="Laia Maso I Reixach" userId="07ba3a86-e589-4d8d-9e66-87d4946c1585" providerId="ADAL" clId="{657546CD-7DA7-4AB9-A7B9-C078C42CDB83}" dt="2026-09-30T13:50:39.319" v="624"/>
        <pc:sldMasterMkLst>
          <pc:docMk/>
          <pc:sldMasterMk cId="3950137962" sldId="2147483648"/>
        </pc:sldMasterMkLst>
        <pc:graphicFrameChg chg="add mod modVis">
          <ac:chgData name="Laia Maso I Reixach" userId="07ba3a86-e589-4d8d-9e66-87d4946c1585" providerId="ADAL" clId="{657546CD-7DA7-4AB9-A7B9-C078C42CDB83}" dt="2026-09-30T13:50:39.319" v="624"/>
          <ac:graphicFrameMkLst>
            <pc:docMk/>
            <pc:sldMasterMk cId="3950137962" sldId="2147483648"/>
            <ac:graphicFrameMk id="2" creationId="{3A75CCC8-359A-B659-9047-D3D2EADE542F}"/>
          </ac:graphicFrameMkLst>
        </pc:graphicFrame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Universidades</c:v>
                </c:pt>
              </c:strCache>
            </c:strRef>
          </c:tx>
          <c:spPr>
            <a:solidFill>
              <a:srgbClr val="E0989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605E5C"/>
                    </a:solidFill>
                    <a:latin typeface="Segoe UI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Sheet1!$A$2:$A$21</c:f>
              <c:strCache>
                <c:ptCount val="20"/>
                <c:pt idx="0">
                  <c:v>EE. UU.</c:v>
                </c:pt>
                <c:pt idx="1">
                  <c:v>Reino Unido</c:v>
                </c:pt>
                <c:pt idx="2">
                  <c:v>Australia</c:v>
                </c:pt>
                <c:pt idx="3">
                  <c:v>Canadá</c:v>
                </c:pt>
                <c:pt idx="4">
                  <c:v>China</c:v>
                </c:pt>
                <c:pt idx="5">
                  <c:v>Alemania</c:v>
                </c:pt>
                <c:pt idx="6">
                  <c:v>Hong Kong</c:v>
                </c:pt>
                <c:pt idx="7">
                  <c:v>Japón</c:v>
                </c:pt>
                <c:pt idx="8">
                  <c:v>Países Bajos</c:v>
                </c:pt>
                <c:pt idx="9">
                  <c:v>Singapur</c:v>
                </c:pt>
                <c:pt idx="10">
                  <c:v>Corea del Sur</c:v>
                </c:pt>
                <c:pt idx="11">
                  <c:v>Brasil</c:v>
                </c:pt>
                <c:pt idx="12">
                  <c:v>Francia</c:v>
                </c:pt>
                <c:pt idx="13">
                  <c:v>India</c:v>
                </c:pt>
                <c:pt idx="14">
                  <c:v>Italia</c:v>
                </c:pt>
                <c:pt idx="15">
                  <c:v>Malasia</c:v>
                </c:pt>
                <c:pt idx="16">
                  <c:v>Polonia</c:v>
                </c:pt>
                <c:pt idx="17">
                  <c:v>Arabia Saudí</c:v>
                </c:pt>
                <c:pt idx="18">
                  <c:v>Sudáfrica</c:v>
                </c:pt>
                <c:pt idx="19">
                  <c:v>Suiza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17</c:v>
                </c:pt>
                <c:pt idx="1">
                  <c:v>8</c:v>
                </c:pt>
                <c:pt idx="2">
                  <c:v>5</c:v>
                </c:pt>
                <c:pt idx="3">
                  <c:v>3</c:v>
                </c:pt>
                <c:pt idx="4">
                  <c:v>3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15-4074-B6C3-B6EC039D1AB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 rot="-2700000"/>
          <a:lstStyle/>
          <a:p>
            <a:pPr>
              <a:defRPr sz="800" b="0" i="0" u="none" strike="noStrike">
                <a:solidFill>
                  <a:srgbClr val="605E5C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8"/>
        </c:scaling>
        <c:delete val="0"/>
        <c:axPos val="l"/>
        <c:majorGridlines>
          <c:spPr>
            <a:ln w="6350" cap="flat">
              <a:solidFill>
                <a:srgbClr val="EDEB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05E5C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Región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8A2E3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419-4689-A35A-DD0BB8C66F1F}"/>
              </c:ext>
            </c:extLst>
          </c:dPt>
          <c:dPt>
            <c:idx val="1"/>
            <c:bubble3D val="0"/>
            <c:spPr>
              <a:solidFill>
                <a:srgbClr val="C054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419-4689-A35A-DD0BB8C66F1F}"/>
              </c:ext>
            </c:extLst>
          </c:dPt>
          <c:dPt>
            <c:idx val="2"/>
            <c:bubble3D val="0"/>
            <c:spPr>
              <a:solidFill>
                <a:srgbClr val="E0989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419-4689-A35A-DD0BB8C66F1F}"/>
              </c:ext>
            </c:extLst>
          </c:dPt>
          <c:dPt>
            <c:idx val="3"/>
            <c:bubble3D val="0"/>
            <c:spPr>
              <a:solidFill>
                <a:srgbClr val="EBBBB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419-4689-A35A-DD0BB8C66F1F}"/>
              </c:ext>
            </c:extLst>
          </c:dPt>
          <c:dPt>
            <c:idx val="4"/>
            <c:bubble3D val="0"/>
            <c:spPr>
              <a:solidFill>
                <a:srgbClr val="F3D5D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419-4689-A35A-DD0BB8C66F1F}"/>
              </c:ext>
            </c:extLst>
          </c:dPt>
          <c:dPt>
            <c:idx val="5"/>
            <c:bubble3D val="0"/>
            <c:spPr>
              <a:solidFill>
                <a:srgbClr val="BFBFB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8419-4689-A35A-DD0BB8C66F1F}"/>
              </c:ext>
            </c:extLst>
          </c:dPt>
          <c:dPt>
            <c:idx val="6"/>
            <c:bubble3D val="0"/>
            <c:spPr>
              <a:solidFill>
                <a:srgbClr val="8C8C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8419-4689-A35A-DD0BB8C66F1F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Segoe UI"/>
                    </a:defRPr>
                  </a:pPr>
                  <a:endParaRPr lang="es-E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419-4689-A35A-DD0BB8C66F1F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Segoe UI"/>
                    </a:defRPr>
                  </a:pPr>
                  <a:endParaRPr lang="es-E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419-4689-A35A-DD0BB8C66F1F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Segoe UI"/>
                    </a:defRPr>
                  </a:pPr>
                  <a:endParaRPr lang="es-E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419-4689-A35A-DD0BB8C66F1F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Segoe UI"/>
                    </a:defRPr>
                  </a:pPr>
                  <a:endParaRPr lang="es-E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419-4689-A35A-DD0BB8C66F1F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Segoe UI"/>
                    </a:defRPr>
                  </a:pPr>
                  <a:endParaRPr lang="es-E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8419-4689-A35A-DD0BB8C66F1F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Segoe UI"/>
                    </a:defRPr>
                  </a:pPr>
                  <a:endParaRPr lang="es-E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8419-4689-A35A-DD0BB8C66F1F}"/>
                </c:ext>
              </c:extLst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Segoe UI"/>
                    </a:defRPr>
                  </a:pPr>
                  <a:endParaRPr lang="es-E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8419-4689-A35A-DD0BB8C66F1F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E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Sheet1!$A$2:$A$8</c:f>
              <c:strCache>
                <c:ptCount val="7"/>
                <c:pt idx="0">
                  <c:v>Norteamérica</c:v>
                </c:pt>
                <c:pt idx="1">
                  <c:v>Europa</c:v>
                </c:pt>
                <c:pt idx="2">
                  <c:v>Asia</c:v>
                </c:pt>
                <c:pt idx="3">
                  <c:v>Oceanía</c:v>
                </c:pt>
                <c:pt idx="4">
                  <c:v>África</c:v>
                </c:pt>
                <c:pt idx="5">
                  <c:v>Latinoamérica</c:v>
                </c:pt>
                <c:pt idx="6">
                  <c:v>Oriente Medio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20</c:v>
                </c:pt>
                <c:pt idx="1">
                  <c:v>16</c:v>
                </c:pt>
                <c:pt idx="2">
                  <c:v>13</c:v>
                </c:pt>
                <c:pt idx="3">
                  <c:v>5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8419-4689-A35A-DD0BB8C66F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605E5C"/>
              </a:solidFill>
              <a:latin typeface="Segoe UI"/>
              <a:cs typeface="Segoe U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Tipus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054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9B8-453A-B1F3-58B6C6A01C24}"/>
              </c:ext>
            </c:extLst>
          </c:dPt>
          <c:dPt>
            <c:idx val="1"/>
            <c:bubble3D val="0"/>
            <c:spPr>
              <a:solidFill>
                <a:srgbClr val="E0989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9B8-453A-B1F3-58B6C6A01C24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Segoe UI"/>
                    </a:defRPr>
                  </a:pPr>
                  <a:endParaRPr lang="es-E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9B8-453A-B1F3-58B6C6A01C24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Segoe UI"/>
                    </a:defRPr>
                  </a:pPr>
                  <a:endParaRPr lang="es-E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9B8-453A-B1F3-58B6C6A01C24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E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Pública</c:v>
                </c:pt>
                <c:pt idx="1">
                  <c:v>Privada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42</c:v>
                </c:pt>
                <c:pt idx="1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9B8-453A-B1F3-58B6C6A01C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QS 2026</c:v>
                </c:pt>
              </c:strCache>
            </c:strRef>
          </c:tx>
          <c:spPr>
            <a:solidFill>
              <a:srgbClr val="E0989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605E5C"/>
                    </a:solidFill>
                    <a:latin typeface="Arial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Harvard</c:v>
                </c:pt>
                <c:pt idx="1">
                  <c:v>Princeton</c:v>
                </c:pt>
                <c:pt idx="2">
                  <c:v>Columbia</c:v>
                </c:pt>
                <c:pt idx="3">
                  <c:v>UC Berkeley</c:v>
                </c:pt>
                <c:pt idx="4">
                  <c:v>ETH Zurich</c:v>
                </c:pt>
                <c:pt idx="5">
                  <c:v>Univ of Melbourne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15</c:v>
                </c:pt>
                <c:pt idx="2">
                  <c:v>14</c:v>
                </c:pt>
                <c:pt idx="3">
                  <c:v>28</c:v>
                </c:pt>
                <c:pt idx="4">
                  <c:v>7</c:v>
                </c:pt>
                <c:pt idx="5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683-4473-B183-694AAECAAD8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THE 2026</c:v>
                </c:pt>
              </c:strCache>
            </c:strRef>
          </c:tx>
          <c:spPr>
            <a:solidFill>
              <a:srgbClr val="C0545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605E5C"/>
                    </a:solidFill>
                    <a:latin typeface="Arial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Harvard</c:v>
                </c:pt>
                <c:pt idx="1">
                  <c:v>Princeton</c:v>
                </c:pt>
                <c:pt idx="2">
                  <c:v>Columbia</c:v>
                </c:pt>
                <c:pt idx="3">
                  <c:v>UC Berkeley</c:v>
                </c:pt>
                <c:pt idx="4">
                  <c:v>ETH Zurich</c:v>
                </c:pt>
                <c:pt idx="5">
                  <c:v>Univ of Melbourne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</c:v>
                </c:pt>
                <c:pt idx="1">
                  <c:v>3</c:v>
                </c:pt>
                <c:pt idx="2">
                  <c:v>20</c:v>
                </c:pt>
                <c:pt idx="3">
                  <c:v>9</c:v>
                </c:pt>
                <c:pt idx="4">
                  <c:v>7</c:v>
                </c:pt>
                <c:pt idx="5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683-4473-B183-694AAECAAD8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ARWU 2025</c:v>
                </c:pt>
              </c:strCache>
            </c:strRef>
          </c:tx>
          <c:spPr>
            <a:solidFill>
              <a:srgbClr val="8A2E3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605E5C"/>
                    </a:solidFill>
                    <a:latin typeface="Arial"/>
                  </a:defRPr>
                </a:pPr>
                <a:endParaRPr lang="es-E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Harvard</c:v>
                </c:pt>
                <c:pt idx="1">
                  <c:v>Princeton</c:v>
                </c:pt>
                <c:pt idx="2">
                  <c:v>Columbia</c:v>
                </c:pt>
                <c:pt idx="3">
                  <c:v>UC Berkeley</c:v>
                </c:pt>
                <c:pt idx="4">
                  <c:v>ETH Zurich</c:v>
                </c:pt>
                <c:pt idx="5">
                  <c:v>Univ of Melbourne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</c:v>
                </c:pt>
                <c:pt idx="1">
                  <c:v>7</c:v>
                </c:pt>
                <c:pt idx="2">
                  <c:v>8</c:v>
                </c:pt>
                <c:pt idx="3">
                  <c:v>5</c:v>
                </c:pt>
                <c:pt idx="4">
                  <c:v>22</c:v>
                </c:pt>
                <c:pt idx="5">
                  <c:v>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683-4473-B183-694AAECAAD8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05E5C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t"/>
        <c:majorGridlines>
          <c:spPr>
            <a:ln w="6350" cap="flat">
              <a:solidFill>
                <a:srgbClr val="EDEB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05E5C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05E5C"/>
              </a:solidFill>
              <a:latin typeface="Segoe UI"/>
              <a:cs typeface="Segoe U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2D37C-A877-A560-396D-7BBFB85A4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5DB5D1-DB57-0A57-0080-899949FD73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4CACE7-20D7-45AB-11C7-13B9AFE599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79EDC2-3A61-84B1-52EE-292A10DDEB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86028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cell data - do not delete" hidden="1">
            <a:extLst>
              <a:ext uri="{FF2B5EF4-FFF2-40B4-BE49-F238E27FC236}">
                <a16:creationId xmlns:a16="http://schemas.microsoft.com/office/drawing/2014/main" id="{3A75CCC8-359A-B659-9047-D3D2EADE542F}"/>
              </a:ext>
            </a:extLst>
          </p:cNvPr>
          <p:cNvGraphicFramePr>
            <a:graphicFrameLocks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8961327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4" imgW="404" imgH="403" progId="TCLayout.ActiveDocument.1">
                  <p:embed/>
                </p:oleObj>
              </mc:Choice>
              <mc:Fallback>
                <p:oleObj name="thinkcell Slide" r:id="rId4" imgW="404" imgH="403" progId="TCLayout.ActiveDocument.1">
                  <p:embed/>
                  <p:pic>
                    <p:nvPicPr>
                      <p:cNvPr id="2" name="thinkcell data - do not delete" hidden="1">
                        <a:extLst>
                          <a:ext uri="{FF2B5EF4-FFF2-40B4-BE49-F238E27FC236}">
                            <a16:creationId xmlns:a16="http://schemas.microsoft.com/office/drawing/2014/main" id="{3A75CCC8-359A-B659-9047-D3D2EADE54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50137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groups/me/reports/8045fd91-9169-4fd4-81aa-7eb38d7d4400/2b3b31806ab962780c88?experience=power-bi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914400"/>
            <a:ext cx="804672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127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91440" cy="3291840"/>
          </a:xfrm>
          <a:prstGeom prst="rect">
            <a:avLst/>
          </a:prstGeom>
          <a:solidFill>
            <a:srgbClr val="C0545C"/>
          </a:solidFill>
          <a:ln w="12700">
            <a:solidFill>
              <a:srgbClr val="C054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1005840" y="12344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054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BI DASHBOARD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1568741"/>
            <a:ext cx="7589520" cy="10030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3400" b="1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mejores universidades del mundo: análisis de los rankings 2026</a:t>
            </a:r>
          </a:p>
        </p:txBody>
      </p:sp>
      <p:sp>
        <p:nvSpPr>
          <p:cNvPr id="6" name="Text 4"/>
          <p:cNvSpPr/>
          <p:nvPr/>
        </p:nvSpPr>
        <p:spPr>
          <a:xfrm>
            <a:off x="1005840" y="2637499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Análisis comparativo de los rankings QS, THE y ARWU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05840" y="3063240"/>
            <a:ext cx="1097280" cy="0"/>
          </a:xfrm>
          <a:prstGeom prst="line">
            <a:avLst/>
          </a:prstGeom>
          <a:noFill/>
          <a:ln w="25400">
            <a:solidFill>
              <a:srgbClr val="E0989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1005840" y="32004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Análisis de datos con Power BI</a:t>
            </a:r>
            <a:endParaRPr lang="en-US" sz="1200" dirty="0"/>
          </a:p>
          <a:p>
            <a:pPr marL="0" indent="0">
              <a:buNone/>
            </a:pPr>
            <a:r>
              <a:rPr lang="en-US" sz="1200" dirty="0" err="1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Septiembre</a:t>
            </a:r>
            <a:r>
              <a:rPr lang="en-US" sz="12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2026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605E5C"/>
                </a:solidFill>
                <a:latin typeface="Segoe UI" pitchFamily="34" charset="0"/>
                <a:cs typeface="Segoe UI" pitchFamily="34" charset="-120"/>
              </a:rPr>
              <a:t>Laia </a:t>
            </a:r>
            <a:r>
              <a:rPr lang="en-US" sz="1200" dirty="0" err="1">
                <a:solidFill>
                  <a:srgbClr val="605E5C"/>
                </a:solidFill>
                <a:latin typeface="Segoe UI" pitchFamily="34" charset="0"/>
                <a:cs typeface="Segoe UI" pitchFamily="34" charset="-120"/>
              </a:rPr>
              <a:t>Masó</a:t>
            </a:r>
            <a:r>
              <a:rPr lang="en-US" sz="1200" dirty="0">
                <a:solidFill>
                  <a:srgbClr val="605E5C"/>
                </a:solidFill>
                <a:latin typeface="Segoe UI" pitchFamily="34" charset="0"/>
                <a:cs typeface="Segoe UI" pitchFamily="34" charset="-120"/>
              </a:rPr>
              <a:t> Reixach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Objetivo del estudio</a:t>
            </a:r>
            <a:endParaRPr lang="en-US" sz="220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Analizar 57 universidades de élite y comparar cómo las clasifican QS, THE y ARWU</a:t>
            </a:r>
            <a:endParaRPr lang="en-US" sz="110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65176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127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2651760" cy="73152"/>
          </a:xfrm>
          <a:prstGeom prst="rect">
            <a:avLst/>
          </a:prstGeom>
          <a:solidFill>
            <a:srgbClr val="8A2E36"/>
          </a:solidFill>
          <a:ln w="12700">
            <a:solidFill>
              <a:srgbClr val="8A2E3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48640" y="12618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8A2E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2600"/>
          </a:p>
        </p:txBody>
      </p:sp>
      <p:sp>
        <p:nvSpPr>
          <p:cNvPr id="8" name="Text 6"/>
          <p:cNvSpPr/>
          <p:nvPr/>
        </p:nvSpPr>
        <p:spPr>
          <a:xfrm>
            <a:off x="548640" y="17190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¿Dónde están las mejores?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548640" y="19751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Distribución global</a:t>
            </a:r>
            <a:endParaRPr lang="en-US" sz="850"/>
          </a:p>
        </p:txBody>
      </p:sp>
      <p:sp>
        <p:nvSpPr>
          <p:cNvPr id="10" name="Text 8"/>
          <p:cNvSpPr/>
          <p:nvPr/>
        </p:nvSpPr>
        <p:spPr>
          <a:xfrm>
            <a:off x="548640" y="23591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ANALIZAMOS</a:t>
            </a:r>
            <a:endParaRPr lang="en-US" sz="800"/>
          </a:p>
        </p:txBody>
      </p:sp>
      <p:sp>
        <p:nvSpPr>
          <p:cNvPr id="11" name="Text 9"/>
          <p:cNvSpPr/>
          <p:nvPr/>
        </p:nvSpPr>
        <p:spPr>
          <a:xfrm>
            <a:off x="548640" y="2578608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Universidades por país y región</a:t>
            </a:r>
            <a:endParaRPr lang="en-US" sz="100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Titularidad pública o privada</a:t>
            </a:r>
            <a:endParaRPr lang="en-US" sz="100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Grado de concentración geográfica</a:t>
            </a:r>
            <a:endParaRPr lang="en-US" sz="100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2286000" cy="594360"/>
          </a:xfrm>
          <a:prstGeom prst="rect">
            <a:avLst/>
          </a:prstGeom>
          <a:solidFill>
            <a:srgbClr val="F8EDEE"/>
          </a:solidFill>
          <a:ln w="12700">
            <a:solidFill>
              <a:srgbClr val="F8ED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640080" y="40233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Meta</a:t>
            </a:r>
            <a:endParaRPr lang="en-US" sz="800"/>
          </a:p>
          <a:p>
            <a:pPr marL="0" indent="0">
              <a:buNone/>
            </a:pPr>
            <a:r>
              <a:rPr lang="en-US" sz="1100" b="1">
                <a:solidFill>
                  <a:srgbClr val="8A2E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Mapear la excelencia</a:t>
            </a:r>
            <a:endParaRPr lang="en-US" sz="800"/>
          </a:p>
        </p:txBody>
      </p:sp>
      <p:sp>
        <p:nvSpPr>
          <p:cNvPr id="14" name="Shape 12"/>
          <p:cNvSpPr/>
          <p:nvPr/>
        </p:nvSpPr>
        <p:spPr>
          <a:xfrm>
            <a:off x="3200400" y="1097280"/>
            <a:ext cx="265176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127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3200400" y="1097280"/>
            <a:ext cx="2651760" cy="73152"/>
          </a:xfrm>
          <a:prstGeom prst="rect">
            <a:avLst/>
          </a:prstGeom>
          <a:solidFill>
            <a:srgbClr val="C0545C"/>
          </a:solidFill>
          <a:ln w="12700">
            <a:solidFill>
              <a:srgbClr val="C054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3383280" y="12618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C054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2600"/>
          </a:p>
        </p:txBody>
      </p:sp>
      <p:sp>
        <p:nvSpPr>
          <p:cNvPr id="17" name="Text 15"/>
          <p:cNvSpPr/>
          <p:nvPr/>
        </p:nvSpPr>
        <p:spPr>
          <a:xfrm>
            <a:off x="3383280" y="17190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¿Coinciden los rankings?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3383280" y="19751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Rendimiento en los rankings</a:t>
            </a:r>
            <a:endParaRPr lang="en-US" sz="850"/>
          </a:p>
        </p:txBody>
      </p:sp>
      <p:sp>
        <p:nvSpPr>
          <p:cNvPr id="19" name="Text 17"/>
          <p:cNvSpPr/>
          <p:nvPr/>
        </p:nvSpPr>
        <p:spPr>
          <a:xfrm>
            <a:off x="3383280" y="23591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ANALIZAMOS</a:t>
            </a:r>
            <a:endParaRPr lang="en-US" sz="800"/>
          </a:p>
        </p:txBody>
      </p:sp>
      <p:sp>
        <p:nvSpPr>
          <p:cNvPr id="20" name="Text 18"/>
          <p:cNvSpPr/>
          <p:nvPr/>
        </p:nvSpPr>
        <p:spPr>
          <a:xfrm>
            <a:off x="3383280" y="2578608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Posiciones en QS, THE y ARWU</a:t>
            </a:r>
            <a:endParaRPr lang="en-US" sz="100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Consensos y discrepancias</a:t>
            </a:r>
            <a:endParaRPr lang="en-US" sz="100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Prestigio frente a tamaño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3383280" y="4023360"/>
            <a:ext cx="2286000" cy="594360"/>
          </a:xfrm>
          <a:prstGeom prst="rect">
            <a:avLst/>
          </a:prstGeom>
          <a:solidFill>
            <a:srgbClr val="F8EDEE"/>
          </a:solidFill>
          <a:ln w="12700">
            <a:solidFill>
              <a:srgbClr val="F8ED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3474720" y="40233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Meta</a:t>
            </a:r>
            <a:endParaRPr lang="en-US" sz="800"/>
          </a:p>
          <a:p>
            <a:pPr marL="0" indent="0">
              <a:buNone/>
            </a:pPr>
            <a:r>
              <a:rPr lang="en-US" sz="1100" b="1">
                <a:solidFill>
                  <a:srgbClr val="C054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Comparar metodologías</a:t>
            </a:r>
            <a:endParaRPr lang="en-US" sz="800"/>
          </a:p>
        </p:txBody>
      </p:sp>
      <p:sp>
        <p:nvSpPr>
          <p:cNvPr id="23" name="Shape 21"/>
          <p:cNvSpPr/>
          <p:nvPr/>
        </p:nvSpPr>
        <p:spPr>
          <a:xfrm>
            <a:off x="6035040" y="1097280"/>
            <a:ext cx="265176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127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4" name="Shape 22"/>
          <p:cNvSpPr/>
          <p:nvPr/>
        </p:nvSpPr>
        <p:spPr>
          <a:xfrm>
            <a:off x="6035040" y="1097280"/>
            <a:ext cx="2651760" cy="73152"/>
          </a:xfrm>
          <a:prstGeom prst="rect">
            <a:avLst/>
          </a:prstGeom>
          <a:solidFill>
            <a:srgbClr val="E0989D"/>
          </a:solidFill>
          <a:ln w="12700">
            <a:solidFill>
              <a:srgbClr val="E0989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6217920" y="12618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E098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2600"/>
          </a:p>
        </p:txBody>
      </p:sp>
      <p:sp>
        <p:nvSpPr>
          <p:cNvPr id="26" name="Text 24"/>
          <p:cNvSpPr/>
          <p:nvPr/>
        </p:nvSpPr>
        <p:spPr>
          <a:xfrm>
            <a:off x="6217920" y="17190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¿Qué las hace excelentes?</a:t>
            </a:r>
            <a:endParaRPr lang="en-US" sz="1100"/>
          </a:p>
        </p:txBody>
      </p:sp>
      <p:sp>
        <p:nvSpPr>
          <p:cNvPr id="27" name="Text 25"/>
          <p:cNvSpPr/>
          <p:nvPr/>
        </p:nvSpPr>
        <p:spPr>
          <a:xfrm>
            <a:off x="6217920" y="19751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Factores de excelencia</a:t>
            </a:r>
            <a:endParaRPr lang="en-US" sz="850"/>
          </a:p>
        </p:txBody>
      </p:sp>
      <p:sp>
        <p:nvSpPr>
          <p:cNvPr id="28" name="Text 26"/>
          <p:cNvSpPr/>
          <p:nvPr/>
        </p:nvSpPr>
        <p:spPr>
          <a:xfrm>
            <a:off x="6217920" y="23591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ANALIZAMOS</a:t>
            </a:r>
            <a:endParaRPr lang="en-US" sz="800"/>
          </a:p>
        </p:txBody>
      </p:sp>
      <p:sp>
        <p:nvSpPr>
          <p:cNvPr id="29" name="Text 27"/>
          <p:cNvSpPr/>
          <p:nvPr/>
        </p:nvSpPr>
        <p:spPr>
          <a:xfrm>
            <a:off x="6217920" y="2578608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Reputación académica</a:t>
            </a:r>
            <a:endParaRPr lang="en-US" sz="100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Calidad investigadora</a:t>
            </a:r>
            <a:endParaRPr lang="en-US" sz="100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00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Estudiantes internacionales</a:t>
            </a:r>
            <a:endParaRPr lang="en-US" sz="1000"/>
          </a:p>
        </p:txBody>
      </p:sp>
      <p:sp>
        <p:nvSpPr>
          <p:cNvPr id="30" name="Shape 28"/>
          <p:cNvSpPr/>
          <p:nvPr/>
        </p:nvSpPr>
        <p:spPr>
          <a:xfrm>
            <a:off x="6217920" y="4023360"/>
            <a:ext cx="2286000" cy="594360"/>
          </a:xfrm>
          <a:prstGeom prst="rect">
            <a:avLst/>
          </a:prstGeom>
          <a:solidFill>
            <a:srgbClr val="F8EDEE"/>
          </a:solidFill>
          <a:ln w="12700">
            <a:solidFill>
              <a:srgbClr val="F8ED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6309360" y="40233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Meta</a:t>
            </a:r>
            <a:endParaRPr lang="en-US" sz="800"/>
          </a:p>
          <a:p>
            <a:pPr marL="0" indent="0">
              <a:buNone/>
            </a:pPr>
            <a:r>
              <a:rPr lang="en-US" sz="1100" b="1">
                <a:solidFill>
                  <a:srgbClr val="C054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Identificar factores clave</a:t>
            </a:r>
            <a:endParaRPr lang="en-US" sz="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Visión general del conjunto de datos</a:t>
            </a:r>
            <a:endParaRPr lang="en-US" sz="220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indicadores clave y los 3 rankings analizados</a:t>
            </a:r>
            <a:endParaRPr lang="en-US" sz="110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947672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127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1947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57</a:t>
            </a:r>
            <a:endParaRPr lang="en-US" sz="300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1764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universidades</a:t>
            </a:r>
            <a:endParaRPr lang="en-US" sz="1000"/>
          </a:p>
        </p:txBody>
      </p:sp>
      <p:sp>
        <p:nvSpPr>
          <p:cNvPr id="8" name="Shape 6"/>
          <p:cNvSpPr/>
          <p:nvPr/>
        </p:nvSpPr>
        <p:spPr>
          <a:xfrm>
            <a:off x="2496312" y="1097280"/>
            <a:ext cx="1947672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127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2496312" y="1188720"/>
            <a:ext cx="1947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</a:t>
            </a:r>
            <a:endParaRPr lang="en-US" sz="3000"/>
          </a:p>
        </p:txBody>
      </p:sp>
      <p:sp>
        <p:nvSpPr>
          <p:cNvPr id="10" name="Text 8"/>
          <p:cNvSpPr/>
          <p:nvPr/>
        </p:nvSpPr>
        <p:spPr>
          <a:xfrm>
            <a:off x="2587752" y="1783080"/>
            <a:ext cx="1764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países</a:t>
            </a:r>
            <a:endParaRPr lang="en-US" sz="1000"/>
          </a:p>
        </p:txBody>
      </p:sp>
      <p:sp>
        <p:nvSpPr>
          <p:cNvPr id="11" name="Shape 9"/>
          <p:cNvSpPr/>
          <p:nvPr/>
        </p:nvSpPr>
        <p:spPr>
          <a:xfrm>
            <a:off x="4626864" y="1097280"/>
            <a:ext cx="1947672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127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4626864" y="1188720"/>
            <a:ext cx="1947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endParaRPr lang="en-US" sz="3000"/>
          </a:p>
        </p:txBody>
      </p:sp>
      <p:sp>
        <p:nvSpPr>
          <p:cNvPr id="13" name="Text 11"/>
          <p:cNvSpPr/>
          <p:nvPr/>
        </p:nvSpPr>
        <p:spPr>
          <a:xfrm>
            <a:off x="4718304" y="1783080"/>
            <a:ext cx="1764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Universidades en los 3 rankings</a:t>
            </a:r>
            <a:endParaRPr lang="en-US" sz="1000"/>
          </a:p>
        </p:txBody>
      </p:sp>
      <p:sp>
        <p:nvSpPr>
          <p:cNvPr id="14" name="Shape 12"/>
          <p:cNvSpPr/>
          <p:nvPr/>
        </p:nvSpPr>
        <p:spPr>
          <a:xfrm>
            <a:off x="6757416" y="1097280"/>
            <a:ext cx="1947672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127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6757416" y="1188720"/>
            <a:ext cx="1947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90,81</a:t>
            </a:r>
            <a:endParaRPr lang="en-US" sz="3000"/>
          </a:p>
        </p:txBody>
      </p:sp>
      <p:sp>
        <p:nvSpPr>
          <p:cNvPr id="16" name="Text 14"/>
          <p:cNvSpPr/>
          <p:nvPr/>
        </p:nvSpPr>
        <p:spPr>
          <a:xfrm>
            <a:off x="6848856" y="1783080"/>
            <a:ext cx="1764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Puntuación QS media</a:t>
            </a:r>
            <a:endParaRPr lang="en-US" sz="1000"/>
          </a:p>
        </p:txBody>
      </p:sp>
      <p:sp>
        <p:nvSpPr>
          <p:cNvPr id="101" name="Shape 3"/>
          <p:cNvSpPr/>
          <p:nvPr/>
        </p:nvSpPr>
        <p:spPr>
          <a:xfrm>
            <a:off x="365760" y="233172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127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2" name="Shape 4"/>
          <p:cNvSpPr/>
          <p:nvPr/>
        </p:nvSpPr>
        <p:spPr>
          <a:xfrm>
            <a:off x="365760" y="2331720"/>
            <a:ext cx="2651760" cy="73152"/>
          </a:xfrm>
          <a:prstGeom prst="rect">
            <a:avLst/>
          </a:prstGeom>
          <a:solidFill>
            <a:srgbClr val="8A2E36"/>
          </a:solidFill>
          <a:ln w="12700">
            <a:solidFill>
              <a:srgbClr val="8A2E3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3" name="Text 5"/>
          <p:cNvSpPr/>
          <p:nvPr/>
        </p:nvSpPr>
        <p:spPr>
          <a:xfrm>
            <a:off x="548640" y="245973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8A2E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QS</a:t>
            </a:r>
            <a:endParaRPr lang="en-US" sz="2000"/>
          </a:p>
        </p:txBody>
      </p:sp>
      <p:sp>
        <p:nvSpPr>
          <p:cNvPr id="104" name="Text 6"/>
          <p:cNvSpPr/>
          <p:nvPr/>
        </p:nvSpPr>
        <p:spPr>
          <a:xfrm>
            <a:off x="548640" y="28254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QS World University Rankings</a:t>
            </a:r>
            <a:endParaRPr lang="en-US" sz="1100"/>
          </a:p>
        </p:txBody>
      </p:sp>
      <p:sp>
        <p:nvSpPr>
          <p:cNvPr id="105" name="Text 7"/>
          <p:cNvSpPr/>
          <p:nvPr/>
        </p:nvSpPr>
        <p:spPr>
          <a:xfrm>
            <a:off x="548640" y="302666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Quacquarelli Symonds · desde 2004</a:t>
            </a:r>
            <a:endParaRPr lang="en-US" sz="850"/>
          </a:p>
        </p:txBody>
      </p:sp>
      <p:sp>
        <p:nvSpPr>
          <p:cNvPr id="106" name="Text 8"/>
          <p:cNvSpPr/>
          <p:nvPr/>
        </p:nvSpPr>
        <p:spPr>
          <a:xfrm>
            <a:off x="548640" y="326440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MIDE</a:t>
            </a:r>
            <a:endParaRPr lang="en-US" sz="800"/>
          </a:p>
        </p:txBody>
      </p:sp>
      <p:sp>
        <p:nvSpPr>
          <p:cNvPr id="107" name="Text 9"/>
          <p:cNvSpPr/>
          <p:nvPr/>
        </p:nvSpPr>
        <p:spPr>
          <a:xfrm>
            <a:off x="548640" y="3438144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Encuestas a académicos y empleadores (45% del peso)</a:t>
            </a:r>
            <a:endParaRPr lang="en-US" sz="90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Ratio profesor/estudiante y citas</a:t>
            </a:r>
            <a:endParaRPr lang="en-US" sz="90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Internacionalización y empleabilidad</a:t>
            </a:r>
            <a:endParaRPr lang="en-US" sz="900"/>
          </a:p>
        </p:txBody>
      </p:sp>
      <p:sp>
        <p:nvSpPr>
          <p:cNvPr id="108" name="Shape 10"/>
          <p:cNvSpPr/>
          <p:nvPr/>
        </p:nvSpPr>
        <p:spPr>
          <a:xfrm>
            <a:off x="548640" y="4297680"/>
            <a:ext cx="2286000" cy="502920"/>
          </a:xfrm>
          <a:prstGeom prst="rect">
            <a:avLst/>
          </a:prstGeom>
          <a:solidFill>
            <a:srgbClr val="F8EDEE"/>
          </a:solidFill>
          <a:ln w="12700">
            <a:solidFill>
              <a:srgbClr val="F8ED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9" name="Text 11"/>
          <p:cNvSpPr/>
          <p:nvPr/>
        </p:nvSpPr>
        <p:spPr>
          <a:xfrm>
            <a:off x="640080" y="42976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fija sobre todo en</a:t>
            </a:r>
            <a:endParaRPr lang="en-US" sz="800"/>
          </a:p>
          <a:p>
            <a:pPr marL="0" indent="0">
              <a:buNone/>
            </a:pPr>
            <a:r>
              <a:rPr lang="en-US" sz="1100" b="1">
                <a:solidFill>
                  <a:srgbClr val="8A2E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Reputación</a:t>
            </a:r>
            <a:endParaRPr lang="en-US" sz="800"/>
          </a:p>
        </p:txBody>
      </p:sp>
      <p:sp>
        <p:nvSpPr>
          <p:cNvPr id="110" name="Shape 12"/>
          <p:cNvSpPr/>
          <p:nvPr/>
        </p:nvSpPr>
        <p:spPr>
          <a:xfrm>
            <a:off x="3200400" y="233172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127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1" name="Shape 13"/>
          <p:cNvSpPr/>
          <p:nvPr/>
        </p:nvSpPr>
        <p:spPr>
          <a:xfrm>
            <a:off x="3200400" y="2331720"/>
            <a:ext cx="2651760" cy="73152"/>
          </a:xfrm>
          <a:prstGeom prst="rect">
            <a:avLst/>
          </a:prstGeom>
          <a:solidFill>
            <a:srgbClr val="C0545C"/>
          </a:solidFill>
          <a:ln w="12700">
            <a:solidFill>
              <a:srgbClr val="C054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2" name="Text 14"/>
          <p:cNvSpPr/>
          <p:nvPr/>
        </p:nvSpPr>
        <p:spPr>
          <a:xfrm>
            <a:off x="3383280" y="245973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C054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</a:t>
            </a:r>
            <a:endParaRPr lang="en-US" sz="2000"/>
          </a:p>
        </p:txBody>
      </p:sp>
      <p:sp>
        <p:nvSpPr>
          <p:cNvPr id="113" name="Text 15"/>
          <p:cNvSpPr/>
          <p:nvPr/>
        </p:nvSpPr>
        <p:spPr>
          <a:xfrm>
            <a:off x="3383280" y="28254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Times Higher Education</a:t>
            </a:r>
            <a:endParaRPr lang="en-US" sz="1100"/>
          </a:p>
        </p:txBody>
      </p:sp>
      <p:sp>
        <p:nvSpPr>
          <p:cNvPr id="114" name="Text 16"/>
          <p:cNvSpPr/>
          <p:nvPr/>
        </p:nvSpPr>
        <p:spPr>
          <a:xfrm>
            <a:off x="3383280" y="302666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Revista británica · desde 2010</a:t>
            </a:r>
            <a:endParaRPr lang="en-US" sz="850"/>
          </a:p>
        </p:txBody>
      </p:sp>
      <p:sp>
        <p:nvSpPr>
          <p:cNvPr id="115" name="Text 17"/>
          <p:cNvSpPr/>
          <p:nvPr/>
        </p:nvSpPr>
        <p:spPr>
          <a:xfrm>
            <a:off x="3383280" y="326440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MIDE</a:t>
            </a:r>
            <a:endParaRPr lang="en-US" sz="800"/>
          </a:p>
        </p:txBody>
      </p:sp>
      <p:sp>
        <p:nvSpPr>
          <p:cNvPr id="116" name="Text 18"/>
          <p:cNvSpPr/>
          <p:nvPr/>
        </p:nvSpPr>
        <p:spPr>
          <a:xfrm>
            <a:off x="3383280" y="3438144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Entorno docente</a:t>
            </a:r>
            <a:endParaRPr lang="en-US" sz="90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Entorno y calidad investigadora</a:t>
            </a:r>
            <a:endParaRPr lang="en-US" sz="90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Vínculo con la industria y perspectiva internacional</a:t>
            </a:r>
            <a:endParaRPr lang="en-US" sz="900"/>
          </a:p>
        </p:txBody>
      </p:sp>
      <p:sp>
        <p:nvSpPr>
          <p:cNvPr id="117" name="Shape 19"/>
          <p:cNvSpPr/>
          <p:nvPr/>
        </p:nvSpPr>
        <p:spPr>
          <a:xfrm>
            <a:off x="3383280" y="4297680"/>
            <a:ext cx="2286000" cy="502920"/>
          </a:xfrm>
          <a:prstGeom prst="rect">
            <a:avLst/>
          </a:prstGeom>
          <a:solidFill>
            <a:srgbClr val="F8EDEE"/>
          </a:solidFill>
          <a:ln w="12700">
            <a:solidFill>
              <a:srgbClr val="F8ED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8" name="Text 20"/>
          <p:cNvSpPr/>
          <p:nvPr/>
        </p:nvSpPr>
        <p:spPr>
          <a:xfrm>
            <a:off x="3474720" y="42976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fija sobre todo en</a:t>
            </a:r>
            <a:endParaRPr lang="en-US" sz="800"/>
          </a:p>
          <a:p>
            <a:pPr marL="0" indent="0">
              <a:buNone/>
            </a:pPr>
            <a:r>
              <a:rPr lang="en-US" sz="1100" b="1">
                <a:solidFill>
                  <a:srgbClr val="C054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Docencia e investigación</a:t>
            </a:r>
            <a:endParaRPr lang="en-US" sz="800"/>
          </a:p>
        </p:txBody>
      </p:sp>
      <p:sp>
        <p:nvSpPr>
          <p:cNvPr id="119" name="Shape 21"/>
          <p:cNvSpPr/>
          <p:nvPr/>
        </p:nvSpPr>
        <p:spPr>
          <a:xfrm>
            <a:off x="6035040" y="233172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127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0" name="Shape 22"/>
          <p:cNvSpPr/>
          <p:nvPr/>
        </p:nvSpPr>
        <p:spPr>
          <a:xfrm>
            <a:off x="6035040" y="2331720"/>
            <a:ext cx="2651760" cy="73152"/>
          </a:xfrm>
          <a:prstGeom prst="rect">
            <a:avLst/>
          </a:prstGeom>
          <a:solidFill>
            <a:srgbClr val="E0989D"/>
          </a:solidFill>
          <a:ln w="12700">
            <a:solidFill>
              <a:srgbClr val="E0989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1" name="Text 23"/>
          <p:cNvSpPr/>
          <p:nvPr/>
        </p:nvSpPr>
        <p:spPr>
          <a:xfrm>
            <a:off x="6217920" y="245973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E098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ARWU</a:t>
            </a:r>
            <a:endParaRPr lang="en-US" sz="2000"/>
          </a:p>
        </p:txBody>
      </p:sp>
      <p:sp>
        <p:nvSpPr>
          <p:cNvPr id="122" name="Text 24"/>
          <p:cNvSpPr/>
          <p:nvPr/>
        </p:nvSpPr>
        <p:spPr>
          <a:xfrm>
            <a:off x="6217920" y="28254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Ranking de Shanghái</a:t>
            </a:r>
            <a:endParaRPr lang="en-US" sz="1100"/>
          </a:p>
        </p:txBody>
      </p:sp>
      <p:sp>
        <p:nvSpPr>
          <p:cNvPr id="123" name="Text 25"/>
          <p:cNvSpPr/>
          <p:nvPr/>
        </p:nvSpPr>
        <p:spPr>
          <a:xfrm>
            <a:off x="6217920" y="302666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Universidad Jiao Tong · desde 2003</a:t>
            </a:r>
            <a:endParaRPr lang="en-US" sz="850"/>
          </a:p>
        </p:txBody>
      </p:sp>
      <p:sp>
        <p:nvSpPr>
          <p:cNvPr id="124" name="Text 26"/>
          <p:cNvSpPr/>
          <p:nvPr/>
        </p:nvSpPr>
        <p:spPr>
          <a:xfrm>
            <a:off x="6217920" y="326440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MIDE</a:t>
            </a:r>
            <a:endParaRPr lang="en-US" sz="800"/>
          </a:p>
        </p:txBody>
      </p:sp>
      <p:sp>
        <p:nvSpPr>
          <p:cNvPr id="125" name="Text 27"/>
          <p:cNvSpPr/>
          <p:nvPr/>
        </p:nvSpPr>
        <p:spPr>
          <a:xfrm>
            <a:off x="6217920" y="3438144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Premios Nobel y medallas Fields</a:t>
            </a:r>
            <a:endParaRPr lang="en-US" sz="90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Investigadores muy citados</a:t>
            </a:r>
            <a:endParaRPr lang="en-US" sz="900"/>
          </a:p>
          <a:p>
            <a:pPr marL="127000" indent="-127000">
              <a:spcAft>
                <a:spcPts val="200"/>
              </a:spcAft>
              <a:buSzPct val="100000"/>
              <a:buChar char="•"/>
            </a:pPr>
            <a:r>
              <a:rPr lang="en-US" sz="90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Artículos en Nature y Science; sin encuestas</a:t>
            </a:r>
            <a:endParaRPr lang="en-US" sz="900"/>
          </a:p>
        </p:txBody>
      </p:sp>
      <p:sp>
        <p:nvSpPr>
          <p:cNvPr id="126" name="Shape 28"/>
          <p:cNvSpPr/>
          <p:nvPr/>
        </p:nvSpPr>
        <p:spPr>
          <a:xfrm>
            <a:off x="6217920" y="4297680"/>
            <a:ext cx="2286000" cy="502920"/>
          </a:xfrm>
          <a:prstGeom prst="rect">
            <a:avLst/>
          </a:prstGeom>
          <a:solidFill>
            <a:srgbClr val="F8EDEE"/>
          </a:solidFill>
          <a:ln w="12700">
            <a:solidFill>
              <a:srgbClr val="F8ED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7" name="Text 29"/>
          <p:cNvSpPr/>
          <p:nvPr/>
        </p:nvSpPr>
        <p:spPr>
          <a:xfrm>
            <a:off x="6309360" y="42976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fija sobre todo en</a:t>
            </a:r>
            <a:endParaRPr lang="en-US" sz="800"/>
          </a:p>
          <a:p>
            <a:pPr marL="0" indent="0">
              <a:buNone/>
            </a:pPr>
            <a:r>
              <a:rPr lang="en-US" sz="1100" b="1">
                <a:solidFill>
                  <a:srgbClr val="C054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Investigación de élite</a:t>
            </a:r>
            <a:endParaRPr lang="en-US" sz="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Distribución por países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Estados Unidos y Reino Unido concentran casi la mitad de la muestra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56692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127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Número de universidades por país</a:t>
            </a:r>
            <a:endParaRPr lang="en-US" sz="1100" dirty="0"/>
          </a:p>
        </p:txBody>
      </p:sp>
      <p:graphicFrame>
        <p:nvGraphicFramePr>
          <p:cNvPr id="7" name="Chart 0" descr="Chart"/>
          <p:cNvGraphicFramePr/>
          <p:nvPr>
            <p:extLst>
              <p:ext uri="{D42A27DB-BD31-4B8C-83A1-F6EECF244321}">
                <p14:modId xmlns:p14="http://schemas.microsoft.com/office/powerpoint/2010/main" val="3607956999"/>
              </p:ext>
            </p:extLst>
          </p:nvPr>
        </p:nvGraphicFramePr>
        <p:xfrm>
          <a:off x="457200" y="1417320"/>
          <a:ext cx="54864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6217920" y="1097280"/>
            <a:ext cx="256032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127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6355080" y="11704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nos dice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355080" y="1463040"/>
            <a:ext cx="2331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EE. UU. lidera con 17 universidades (30%).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Reino Unido es segundo con 8.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de los 20 países solo aportan una universidad.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países anglosajones (EE. UU., Reino Unido, Australia, Canadá) suman 33 de 57.</a:t>
            </a:r>
            <a:endParaRPr lang="en-US" sz="1100" dirty="0"/>
          </a:p>
        </p:txBody>
      </p:sp>
      <p:sp>
        <p:nvSpPr>
          <p:cNvPr id="11" name="Dashboard Tag"/>
          <p:cNvSpPr/>
          <p:nvPr/>
        </p:nvSpPr>
        <p:spPr>
          <a:xfrm>
            <a:off x="5669280" y="292608"/>
            <a:ext cx="3017520" cy="274320"/>
          </a:xfrm>
          <a:prstGeom prst="roundRect">
            <a:avLst>
              <a:gd name="adj" fmla="val 50000"/>
            </a:avLst>
          </a:prstGeom>
          <a:solidFill>
            <a:srgbClr val="F8EDEE"/>
          </a:solidFill>
          <a:ln>
            <a:noFill/>
          </a:ln>
        </p:spPr>
        <p:txBody>
          <a:bodyPr wrap="none" lIns="91440" tIns="0" rIns="91440" bIns="0" rtlCol="0" anchor="ctr"/>
          <a:lstStyle/>
          <a:p>
            <a:pPr algn="ctr">
              <a:buNone/>
            </a:pPr>
            <a:r>
              <a:rPr lang="es-ES" sz="800" b="1" kern="0" spc="50">
                <a:solidFill>
                  <a:srgbClr val="8A2E36"/>
                </a:solidFill>
                <a:latin typeface="Segoe UI" pitchFamily="34" charset="0"/>
                <a:cs typeface="Segoe UI" pitchFamily="34" charset="-120"/>
              </a:rPr>
              <a:t>DASHBOARD · PARTE 1</a:t>
            </a:r>
            <a:r>
              <a:rPr lang="es-ES" sz="800" kern="0" spc="50">
                <a:solidFill>
                  <a:srgbClr val="8A2E36"/>
                </a:solidFill>
                <a:latin typeface="Segoe UI" pitchFamily="34" charset="0"/>
                <a:cs typeface="Segoe UI" pitchFamily="34" charset="-120"/>
              </a:rPr>
              <a:t>  |  Distribución global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Regiones y titularidad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Norteamérica y Europa dominan; predomina la universidad pública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20624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127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Universidades por región</a:t>
            </a:r>
            <a:endParaRPr lang="en-US" sz="1100" dirty="0"/>
          </a:p>
        </p:txBody>
      </p:sp>
      <p:graphicFrame>
        <p:nvGraphicFramePr>
          <p:cNvPr id="7" name="Chart 0" descr="Chart"/>
          <p:cNvGraphicFramePr/>
          <p:nvPr>
            <p:extLst>
              <p:ext uri="{D42A27DB-BD31-4B8C-83A1-F6EECF244321}">
                <p14:modId xmlns:p14="http://schemas.microsoft.com/office/powerpoint/2010/main" val="129966979"/>
              </p:ext>
            </p:extLst>
          </p:nvPr>
        </p:nvGraphicFramePr>
        <p:xfrm>
          <a:off x="457200" y="1417320"/>
          <a:ext cx="402336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4754880" y="1097280"/>
            <a:ext cx="40233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127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4892040" y="11704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Universidades públicas vs privadas</a:t>
            </a:r>
            <a:endParaRPr lang="en-US" sz="1100" dirty="0"/>
          </a:p>
        </p:txBody>
      </p:sp>
      <p:graphicFrame>
        <p:nvGraphicFramePr>
          <p:cNvPr id="10" name="Chart 1" descr="Chart"/>
          <p:cNvGraphicFramePr/>
          <p:nvPr/>
        </p:nvGraphicFramePr>
        <p:xfrm>
          <a:off x="4846320" y="1371600"/>
          <a:ext cx="210312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Text 7"/>
          <p:cNvSpPr/>
          <p:nvPr/>
        </p:nvSpPr>
        <p:spPr>
          <a:xfrm>
            <a:off x="6949440" y="155448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54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42 públicas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E098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privadas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74% de la muestra es pública.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754880" y="3383280"/>
            <a:ext cx="4023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127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Text 9"/>
          <p:cNvSpPr/>
          <p:nvPr/>
        </p:nvSpPr>
        <p:spPr>
          <a:xfrm>
            <a:off x="4892040" y="3474720"/>
            <a:ext cx="3749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Norteamérica (35%) + Europa (28%) = 63%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África, Latinoamérica y Oriente Medio solo tienen 1 universidad cada una.</a:t>
            </a:r>
            <a:endParaRPr lang="en-US" sz="1100" dirty="0"/>
          </a:p>
        </p:txBody>
      </p:sp>
      <p:sp>
        <p:nvSpPr>
          <p:cNvPr id="14" name="Dashboard Tag"/>
          <p:cNvSpPr/>
          <p:nvPr/>
        </p:nvSpPr>
        <p:spPr>
          <a:xfrm>
            <a:off x="5669280" y="292608"/>
            <a:ext cx="3017520" cy="274320"/>
          </a:xfrm>
          <a:prstGeom prst="roundRect">
            <a:avLst>
              <a:gd name="adj" fmla="val 50000"/>
            </a:avLst>
          </a:prstGeom>
          <a:solidFill>
            <a:srgbClr val="F8EDEE"/>
          </a:solidFill>
          <a:ln>
            <a:noFill/>
          </a:ln>
        </p:spPr>
        <p:txBody>
          <a:bodyPr wrap="none" lIns="91440" tIns="0" rIns="91440" bIns="0" rtlCol="0" anchor="ctr"/>
          <a:lstStyle/>
          <a:p>
            <a:pPr algn="ctr">
              <a:buNone/>
            </a:pPr>
            <a:r>
              <a:rPr lang="es-ES" sz="800" b="1" kern="0" spc="50">
                <a:solidFill>
                  <a:srgbClr val="8A2E36"/>
                </a:solidFill>
                <a:latin typeface="Segoe UI" pitchFamily="34" charset="0"/>
                <a:cs typeface="Segoe UI" pitchFamily="34" charset="-120"/>
              </a:rPr>
              <a:t>DASHBOARD · PARTE 1</a:t>
            </a:r>
            <a:r>
              <a:rPr lang="es-ES" sz="800" kern="0" spc="50">
                <a:solidFill>
                  <a:srgbClr val="8A2E36"/>
                </a:solidFill>
                <a:latin typeface="Segoe UI" pitchFamily="34" charset="0"/>
                <a:cs typeface="Segoe UI" pitchFamily="34" charset="-120"/>
              </a:rPr>
              <a:t>  |  Distribución global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Comparativa de rankings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¿Cómo rinden las universidades en los principales sistemas de clasificación?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548640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127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Comparativa de rankings (top 12)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5303520" cy="3328416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Universidad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4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País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4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QS 2026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4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2026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4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ARWU 2025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4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4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EE. UU.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0545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Stanford University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EE. UU.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0545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Harvard University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EE. UU.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0545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University of Cambridge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Reino Unido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0545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University of Oxford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Reino Unido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0545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Imperial College London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Reino Unido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–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0545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Princeton University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EE. UU.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0545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Caltech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EE. UU.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0545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UCL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Reino Unido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–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0545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ETH Zurich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Suiza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0545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NUS Singapore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Singapur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–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0545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Univ of Chicago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EE. UU.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52423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0545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EB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035040" y="1097280"/>
            <a:ext cx="274320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127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6172200" y="11704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nos dice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172200" y="1463040"/>
            <a:ext cx="2514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MIT es la universidad más consistente: posición media 2.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MIT, Stanford, Harvard, Cambridge y Oxford están en el top 6 de los tres rankings.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Solo 18 de las 57 universidades aparecen en los 3 rankings; ARWU tiene más huecos.</a:t>
            </a:r>
            <a:endParaRPr lang="en-US" sz="1100" dirty="0"/>
          </a:p>
        </p:txBody>
      </p:sp>
      <p:sp>
        <p:nvSpPr>
          <p:cNvPr id="11" name="Dashboard Tag"/>
          <p:cNvSpPr/>
          <p:nvPr/>
        </p:nvSpPr>
        <p:spPr>
          <a:xfrm>
            <a:off x="5669280" y="292608"/>
            <a:ext cx="3017520" cy="274320"/>
          </a:xfrm>
          <a:prstGeom prst="roundRect">
            <a:avLst>
              <a:gd name="adj" fmla="val 50000"/>
            </a:avLst>
          </a:prstGeom>
          <a:solidFill>
            <a:srgbClr val="F8EDEE"/>
          </a:solidFill>
          <a:ln>
            <a:noFill/>
          </a:ln>
        </p:spPr>
        <p:txBody>
          <a:bodyPr wrap="none" lIns="91440" tIns="0" rIns="91440" bIns="0" rtlCol="0" anchor="ctr"/>
          <a:lstStyle/>
          <a:p>
            <a:pPr algn="ctr">
              <a:buNone/>
            </a:pPr>
            <a:r>
              <a:rPr lang="es-ES" sz="800" b="1" kern="0" spc="50">
                <a:solidFill>
                  <a:srgbClr val="8A2E36"/>
                </a:solidFill>
                <a:latin typeface="Segoe UI" pitchFamily="34" charset="0"/>
                <a:cs typeface="Segoe UI" pitchFamily="34" charset="-120"/>
              </a:rPr>
              <a:t>DASHBOARD · PARTE 2</a:t>
            </a:r>
            <a:r>
              <a:rPr lang="es-ES" sz="800" kern="0" spc="50">
                <a:solidFill>
                  <a:srgbClr val="8A2E36"/>
                </a:solidFill>
                <a:latin typeface="Segoe UI" pitchFamily="34" charset="0"/>
                <a:cs typeface="Segoe UI" pitchFamily="34" charset="-120"/>
              </a:rPr>
              <a:t>  |  Comparativa de rankings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Dónde discrepan los rankings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Posición en cada ranking (cuanto más baja, mejor)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56692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127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Posición QS vs THE vs ARWU</a:t>
            </a:r>
            <a:endParaRPr lang="en-US" sz="1100" dirty="0"/>
          </a:p>
        </p:txBody>
      </p:sp>
      <p:graphicFrame>
        <p:nvGraphicFramePr>
          <p:cNvPr id="7" name="Chart 0" descr="Chart"/>
          <p:cNvGraphicFramePr/>
          <p:nvPr/>
        </p:nvGraphicFramePr>
        <p:xfrm>
          <a:off x="457200" y="1417320"/>
          <a:ext cx="54864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6217920" y="1097280"/>
            <a:ext cx="256032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127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6355080" y="11704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nos dice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355080" y="1463040"/>
            <a:ext cx="2331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UC Berkeley: 28.ª en QS pero 5.ª en ARWU, que premia la investigación.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ETH Zurich: 7.ª en QS y THE, pero 22.ª en ARWU.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Princeton sube hasta el 3.er puesto en THE.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metodología de cada ranking cambia el resultado.</a:t>
            </a:r>
            <a:endParaRPr lang="en-US" sz="1100" dirty="0"/>
          </a:p>
        </p:txBody>
      </p:sp>
      <p:sp>
        <p:nvSpPr>
          <p:cNvPr id="11" name="Dashboard Tag"/>
          <p:cNvSpPr/>
          <p:nvPr/>
        </p:nvSpPr>
        <p:spPr>
          <a:xfrm>
            <a:off x="5669280" y="292608"/>
            <a:ext cx="3017520" cy="274320"/>
          </a:xfrm>
          <a:prstGeom prst="roundRect">
            <a:avLst>
              <a:gd name="adj" fmla="val 50000"/>
            </a:avLst>
          </a:prstGeom>
          <a:solidFill>
            <a:srgbClr val="F8EDEE"/>
          </a:solidFill>
          <a:ln>
            <a:noFill/>
          </a:ln>
        </p:spPr>
        <p:txBody>
          <a:bodyPr wrap="none" lIns="91440" tIns="0" rIns="91440" bIns="0" rtlCol="0" anchor="ctr"/>
          <a:lstStyle/>
          <a:p>
            <a:pPr algn="ctr">
              <a:buNone/>
            </a:pPr>
            <a:r>
              <a:rPr lang="es-ES" sz="800" b="1" kern="0" spc="50">
                <a:solidFill>
                  <a:srgbClr val="8A2E36"/>
                </a:solidFill>
                <a:latin typeface="Segoe UI" pitchFamily="34" charset="0"/>
                <a:cs typeface="Segoe UI" pitchFamily="34" charset="-120"/>
              </a:rPr>
              <a:t>DASHBOARD · PARTE 2</a:t>
            </a:r>
            <a:r>
              <a:rPr lang="es-ES" sz="800" kern="0" spc="50">
                <a:solidFill>
                  <a:srgbClr val="8A2E36"/>
                </a:solidFill>
                <a:latin typeface="Segoe UI" pitchFamily="34" charset="0"/>
                <a:cs typeface="Segoe UI" pitchFamily="34" charset="-120"/>
              </a:rPr>
              <a:t>  |  Comparativa de rankings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Prestigio vs tamaño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universidades por puntuación QS y por población de estudiantes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74320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127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10 por puntuación QS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481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54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77240" y="1508760"/>
            <a:ext cx="2011680" cy="219456"/>
          </a:xfrm>
          <a:prstGeom prst="rect">
            <a:avLst/>
          </a:prstGeom>
          <a:solidFill>
            <a:srgbClr val="F3D5D7"/>
          </a:solidFill>
          <a:ln w="12700">
            <a:solidFill>
              <a:srgbClr val="F3D5D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822960" y="14813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18059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54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77240" y="1833372"/>
            <a:ext cx="1890979" cy="219456"/>
          </a:xfrm>
          <a:prstGeom prst="rect">
            <a:avLst/>
          </a:prstGeom>
          <a:solidFill>
            <a:srgbClr val="F3D5D7"/>
          </a:solidFill>
          <a:ln w="12700">
            <a:solidFill>
              <a:srgbClr val="F3D5D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822960" y="18059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Imperial College London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2130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54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77240" y="2157984"/>
            <a:ext cx="1770278" cy="219456"/>
          </a:xfrm>
          <a:prstGeom prst="rect">
            <a:avLst/>
          </a:prstGeom>
          <a:solidFill>
            <a:srgbClr val="F3D5D7"/>
          </a:solidFill>
          <a:ln w="12700">
            <a:solidFill>
              <a:srgbClr val="F3D5D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822960" y="21305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Stanford University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24551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54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77240" y="2482596"/>
            <a:ext cx="1649578" cy="219456"/>
          </a:xfrm>
          <a:prstGeom prst="rect">
            <a:avLst/>
          </a:prstGeom>
          <a:solidFill>
            <a:srgbClr val="F3D5D7"/>
          </a:solidFill>
          <a:ln w="12700">
            <a:solidFill>
              <a:srgbClr val="F3D5D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822960" y="24551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University of Oxford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2779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54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77240" y="2807208"/>
            <a:ext cx="1528877" cy="219456"/>
          </a:xfrm>
          <a:prstGeom prst="rect">
            <a:avLst/>
          </a:prstGeom>
          <a:solidFill>
            <a:srgbClr val="F3D5D7"/>
          </a:solidFill>
          <a:ln w="12700">
            <a:solidFill>
              <a:srgbClr val="F3D5D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822960" y="27797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Harvard University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31043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54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77240" y="3131820"/>
            <a:ext cx="1408176" cy="219456"/>
          </a:xfrm>
          <a:prstGeom prst="rect">
            <a:avLst/>
          </a:prstGeom>
          <a:solidFill>
            <a:srgbClr val="F3D5D7"/>
          </a:solidFill>
          <a:ln w="12700">
            <a:solidFill>
              <a:srgbClr val="F3D5D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822960" y="31043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University of Cambridge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2920" y="3429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54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77240" y="3456432"/>
            <a:ext cx="1287475" cy="219456"/>
          </a:xfrm>
          <a:prstGeom prst="rect">
            <a:avLst/>
          </a:prstGeom>
          <a:solidFill>
            <a:srgbClr val="F3D5D7"/>
          </a:solidFill>
          <a:ln w="12700">
            <a:solidFill>
              <a:srgbClr val="F3D5D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822960" y="3429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UCL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2920" y="37536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54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77240" y="3781044"/>
            <a:ext cx="1166774" cy="219456"/>
          </a:xfrm>
          <a:prstGeom prst="rect">
            <a:avLst/>
          </a:prstGeom>
          <a:solidFill>
            <a:srgbClr val="F3D5D7"/>
          </a:solidFill>
          <a:ln w="12700">
            <a:solidFill>
              <a:srgbClr val="F3D5D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822960" y="37536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Caltech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2920" y="4078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54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77240" y="4105656"/>
            <a:ext cx="1046074" cy="219456"/>
          </a:xfrm>
          <a:prstGeom prst="rect">
            <a:avLst/>
          </a:prstGeom>
          <a:solidFill>
            <a:srgbClr val="F3D5D7"/>
          </a:solidFill>
          <a:ln w="12700">
            <a:solidFill>
              <a:srgbClr val="F3D5D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822960" y="40782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Univ of Chicago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2920" y="44028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54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77240" y="4430268"/>
            <a:ext cx="925373" cy="219456"/>
          </a:xfrm>
          <a:prstGeom prst="rect">
            <a:avLst/>
          </a:prstGeom>
          <a:solidFill>
            <a:srgbClr val="F3D5D7"/>
          </a:solidFill>
          <a:ln w="12700">
            <a:solidFill>
              <a:srgbClr val="F3D5D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4"/>
          <p:cNvSpPr/>
          <p:nvPr/>
        </p:nvSpPr>
        <p:spPr>
          <a:xfrm>
            <a:off x="822960" y="440283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Univ of Pennsylvania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46120" y="1097280"/>
            <a:ext cx="274320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127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8" name="Text 36"/>
          <p:cNvSpPr/>
          <p:nvPr/>
        </p:nvSpPr>
        <p:spPr>
          <a:xfrm>
            <a:off x="3383280" y="117043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10 por población de estudiantes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383280" y="1481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54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657600" y="1508760"/>
            <a:ext cx="2011680" cy="219456"/>
          </a:xfrm>
          <a:prstGeom prst="rect">
            <a:avLst/>
          </a:prstGeom>
          <a:solidFill>
            <a:srgbClr val="F3D5D7"/>
          </a:solidFill>
          <a:ln w="12700">
            <a:solidFill>
              <a:srgbClr val="F3D5D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Text 39"/>
          <p:cNvSpPr/>
          <p:nvPr/>
        </p:nvSpPr>
        <p:spPr>
          <a:xfrm>
            <a:off x="3703320" y="14813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Univ of Toronto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383280" y="18059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54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657600" y="1833372"/>
            <a:ext cx="1890979" cy="219456"/>
          </a:xfrm>
          <a:prstGeom prst="rect">
            <a:avLst/>
          </a:prstGeom>
          <a:solidFill>
            <a:srgbClr val="F3D5D7"/>
          </a:solidFill>
          <a:ln w="12700">
            <a:solidFill>
              <a:srgbClr val="F3D5D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Text 42"/>
          <p:cNvSpPr/>
          <p:nvPr/>
        </p:nvSpPr>
        <p:spPr>
          <a:xfrm>
            <a:off x="3703320" y="18059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Univ of Sao Paulo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383280" y="2130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54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657600" y="2157984"/>
            <a:ext cx="1770278" cy="219456"/>
          </a:xfrm>
          <a:prstGeom prst="rect">
            <a:avLst/>
          </a:prstGeom>
          <a:solidFill>
            <a:srgbClr val="F3D5D7"/>
          </a:solidFill>
          <a:ln w="12700">
            <a:solidFill>
              <a:srgbClr val="F3D5D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7" name="Text 45"/>
          <p:cNvSpPr/>
          <p:nvPr/>
        </p:nvSpPr>
        <p:spPr>
          <a:xfrm>
            <a:off x="3703320" y="21305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Monash University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383280" y="24551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54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657600" y="2482596"/>
            <a:ext cx="1649578" cy="219456"/>
          </a:xfrm>
          <a:prstGeom prst="rect">
            <a:avLst/>
          </a:prstGeom>
          <a:solidFill>
            <a:srgbClr val="F3D5D7"/>
          </a:solidFill>
          <a:ln w="12700">
            <a:solidFill>
              <a:srgbClr val="F3D5D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0" name="Text 48"/>
          <p:cNvSpPr/>
          <p:nvPr/>
        </p:nvSpPr>
        <p:spPr>
          <a:xfrm>
            <a:off x="3703320" y="24551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Univ of Sydney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383280" y="27797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54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657600" y="2807208"/>
            <a:ext cx="1528877" cy="219456"/>
          </a:xfrm>
          <a:prstGeom prst="rect">
            <a:avLst/>
          </a:prstGeom>
          <a:solidFill>
            <a:srgbClr val="F3D5D7"/>
          </a:solidFill>
          <a:ln w="12700">
            <a:solidFill>
              <a:srgbClr val="F3D5D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3" name="Text 51"/>
          <p:cNvSpPr/>
          <p:nvPr/>
        </p:nvSpPr>
        <p:spPr>
          <a:xfrm>
            <a:off x="3703320" y="27797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Univ of British Columbia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383280" y="31043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54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657600" y="3131820"/>
            <a:ext cx="1408176" cy="219456"/>
          </a:xfrm>
          <a:prstGeom prst="rect">
            <a:avLst/>
          </a:prstGeom>
          <a:solidFill>
            <a:srgbClr val="F3D5D7"/>
          </a:solidFill>
          <a:ln w="12700">
            <a:solidFill>
              <a:srgbClr val="F3D5D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6" name="Text 54"/>
          <p:cNvSpPr/>
          <p:nvPr/>
        </p:nvSpPr>
        <p:spPr>
          <a:xfrm>
            <a:off x="3703320" y="31043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UNSW Sydney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3383280" y="3429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54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657600" y="3456432"/>
            <a:ext cx="1287475" cy="219456"/>
          </a:xfrm>
          <a:prstGeom prst="rect">
            <a:avLst/>
          </a:prstGeom>
          <a:solidFill>
            <a:srgbClr val="F3D5D7"/>
          </a:solidFill>
          <a:ln w="12700">
            <a:solidFill>
              <a:srgbClr val="F3D5D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9" name="Text 57"/>
          <p:cNvSpPr/>
          <p:nvPr/>
        </p:nvSpPr>
        <p:spPr>
          <a:xfrm>
            <a:off x="3703320" y="3429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Univ of Warsaw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3383280" y="37536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54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3657600" y="3781044"/>
            <a:ext cx="1166774" cy="219456"/>
          </a:xfrm>
          <a:prstGeom prst="rect">
            <a:avLst/>
          </a:prstGeom>
          <a:solidFill>
            <a:srgbClr val="F3D5D7"/>
          </a:solidFill>
          <a:ln w="12700">
            <a:solidFill>
              <a:srgbClr val="F3D5D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2" name="Text 60"/>
          <p:cNvSpPr/>
          <p:nvPr/>
        </p:nvSpPr>
        <p:spPr>
          <a:xfrm>
            <a:off x="3703320" y="37536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LMU Munich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3383280" y="4078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54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3657600" y="4105656"/>
            <a:ext cx="1046074" cy="219456"/>
          </a:xfrm>
          <a:prstGeom prst="rect">
            <a:avLst/>
          </a:prstGeom>
          <a:solidFill>
            <a:srgbClr val="F3D5D7"/>
          </a:solidFill>
          <a:ln w="12700">
            <a:solidFill>
              <a:srgbClr val="F3D5D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5" name="Text 63"/>
          <p:cNvSpPr/>
          <p:nvPr/>
        </p:nvSpPr>
        <p:spPr>
          <a:xfrm>
            <a:off x="3703320" y="40782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Tsinghua University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3383280" y="44028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54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3657600" y="4430268"/>
            <a:ext cx="925373" cy="219456"/>
          </a:xfrm>
          <a:prstGeom prst="rect">
            <a:avLst/>
          </a:prstGeom>
          <a:solidFill>
            <a:srgbClr val="F3D5D7"/>
          </a:solidFill>
          <a:ln w="12700">
            <a:solidFill>
              <a:srgbClr val="F3D5D7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8" name="Text 66"/>
          <p:cNvSpPr/>
          <p:nvPr/>
        </p:nvSpPr>
        <p:spPr>
          <a:xfrm>
            <a:off x="3703320" y="440283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Univ of Melbourne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6126480" y="1097280"/>
            <a:ext cx="265176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127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0" name="Text 68"/>
          <p:cNvSpPr/>
          <p:nvPr/>
        </p:nvSpPr>
        <p:spPr>
          <a:xfrm>
            <a:off x="6263640" y="117043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nos dice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6263640" y="1463040"/>
            <a:ext cx="2377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Ninguna universidad del top 10 QS está en el top 10 por número de estudiantes.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más grandes son públicas de Canadá, Brasil, Australia y Europa.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excelencia no depende del tamaño: ninguna gran universidad entra en el top 10 QS.</a:t>
            </a:r>
            <a:endParaRPr lang="en-US" sz="1100" dirty="0"/>
          </a:p>
        </p:txBody>
      </p:sp>
      <p:sp>
        <p:nvSpPr>
          <p:cNvPr id="72" name="Dashboard Tag"/>
          <p:cNvSpPr/>
          <p:nvPr/>
        </p:nvSpPr>
        <p:spPr>
          <a:xfrm>
            <a:off x="5669280" y="292608"/>
            <a:ext cx="3017520" cy="274320"/>
          </a:xfrm>
          <a:prstGeom prst="roundRect">
            <a:avLst>
              <a:gd name="adj" fmla="val 50000"/>
            </a:avLst>
          </a:prstGeom>
          <a:solidFill>
            <a:srgbClr val="F8EDEE"/>
          </a:solidFill>
          <a:ln>
            <a:noFill/>
          </a:ln>
        </p:spPr>
        <p:txBody>
          <a:bodyPr wrap="none" lIns="91440" tIns="0" rIns="91440" bIns="0" rtlCol="0" anchor="ctr"/>
          <a:lstStyle/>
          <a:p>
            <a:pPr algn="ctr">
              <a:buNone/>
            </a:pPr>
            <a:r>
              <a:rPr lang="es-ES" sz="800" b="1" kern="0" spc="50">
                <a:solidFill>
                  <a:srgbClr val="8A2E36"/>
                </a:solidFill>
                <a:latin typeface="Segoe UI" pitchFamily="34" charset="0"/>
                <a:cs typeface="Segoe UI" pitchFamily="34" charset="-120"/>
              </a:rPr>
              <a:t>DASHBOARD · PARTE 2</a:t>
            </a:r>
            <a:r>
              <a:rPr lang="es-ES" sz="800" kern="0" spc="50">
                <a:solidFill>
                  <a:srgbClr val="8A2E36"/>
                </a:solidFill>
                <a:latin typeface="Segoe UI" pitchFamily="34" charset="0"/>
                <a:cs typeface="Segoe UI" pitchFamily="34" charset="-120"/>
              </a:rPr>
              <a:t>  |  Comparativa de rankings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Factores de excelencia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¿Qué hay detrás de una universidad excelente?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65176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127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2651760" cy="73152"/>
          </a:xfrm>
          <a:prstGeom prst="rect">
            <a:avLst/>
          </a:prstGeom>
          <a:solidFill>
            <a:srgbClr val="8A2E36"/>
          </a:solidFill>
          <a:ln w="12700">
            <a:solidFill>
              <a:srgbClr val="8A2E3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Reputación académica vs puntuación QS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28600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0" cy="82296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731520" y="2697480"/>
            <a:ext cx="82296" cy="82296"/>
          </a:xfrm>
          <a:prstGeom prst="ellipse">
            <a:avLst/>
          </a:prstGeom>
          <a:solidFill>
            <a:srgbClr val="E0989D"/>
          </a:solidFill>
          <a:ln w="6350">
            <a:solidFill>
              <a:srgbClr val="C054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1097280" y="2560320"/>
            <a:ext cx="82296" cy="82296"/>
          </a:xfrm>
          <a:prstGeom prst="ellipse">
            <a:avLst/>
          </a:prstGeom>
          <a:solidFill>
            <a:srgbClr val="E0989D"/>
          </a:solidFill>
          <a:ln w="6350">
            <a:solidFill>
              <a:srgbClr val="C054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1371600" y="2514600"/>
            <a:ext cx="82296" cy="82296"/>
          </a:xfrm>
          <a:prstGeom prst="ellipse">
            <a:avLst/>
          </a:prstGeom>
          <a:solidFill>
            <a:srgbClr val="E0989D"/>
          </a:solidFill>
          <a:ln w="6350">
            <a:solidFill>
              <a:srgbClr val="C054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1645920" y="2377440"/>
            <a:ext cx="82296" cy="82296"/>
          </a:xfrm>
          <a:prstGeom prst="ellipse">
            <a:avLst/>
          </a:prstGeom>
          <a:solidFill>
            <a:srgbClr val="E0989D"/>
          </a:solidFill>
          <a:ln w="6350">
            <a:solidFill>
              <a:srgbClr val="C054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1920240" y="2331720"/>
            <a:ext cx="82296" cy="82296"/>
          </a:xfrm>
          <a:prstGeom prst="ellipse">
            <a:avLst/>
          </a:prstGeom>
          <a:solidFill>
            <a:srgbClr val="E0989D"/>
          </a:solidFill>
          <a:ln w="6350">
            <a:solidFill>
              <a:srgbClr val="C054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2194560" y="2194560"/>
            <a:ext cx="82296" cy="82296"/>
          </a:xfrm>
          <a:prstGeom prst="ellipse">
            <a:avLst/>
          </a:prstGeom>
          <a:solidFill>
            <a:srgbClr val="E0989D"/>
          </a:solidFill>
          <a:ln w="6350">
            <a:solidFill>
              <a:srgbClr val="C054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2468880" y="2103120"/>
            <a:ext cx="82296" cy="82296"/>
          </a:xfrm>
          <a:prstGeom prst="ellipse">
            <a:avLst/>
          </a:prstGeom>
          <a:solidFill>
            <a:srgbClr val="E0989D"/>
          </a:solidFill>
          <a:ln w="6350">
            <a:solidFill>
              <a:srgbClr val="C054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1463040" y="2423160"/>
            <a:ext cx="82296" cy="82296"/>
          </a:xfrm>
          <a:prstGeom prst="ellipse">
            <a:avLst/>
          </a:prstGeom>
          <a:solidFill>
            <a:srgbClr val="E0989D"/>
          </a:solidFill>
          <a:ln w="6350">
            <a:solidFill>
              <a:srgbClr val="C054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2057400" y="2240280"/>
            <a:ext cx="82296" cy="82296"/>
          </a:xfrm>
          <a:prstGeom prst="ellipse">
            <a:avLst/>
          </a:prstGeom>
          <a:solidFill>
            <a:srgbClr val="E0989D"/>
          </a:solidFill>
          <a:ln w="6350">
            <a:solidFill>
              <a:srgbClr val="C054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548640" y="3017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2E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Correlación fuerte y positiva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338328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puntos forman una diagonal clara: a más reputación académica, más puntuación QS. Es el factor que más pesa.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0" y="1097280"/>
            <a:ext cx="265176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127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3200400" y="1097280"/>
            <a:ext cx="2651760" cy="73152"/>
          </a:xfrm>
          <a:prstGeom prst="rect">
            <a:avLst/>
          </a:prstGeom>
          <a:solidFill>
            <a:srgbClr val="C0545C"/>
          </a:solidFill>
          <a:ln w="12700">
            <a:solidFill>
              <a:srgbClr val="C054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3383280" y="1325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Calidad investigadora vs puntuación THE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383280" y="2834640"/>
            <a:ext cx="228600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Shape 23"/>
          <p:cNvSpPr/>
          <p:nvPr/>
        </p:nvSpPr>
        <p:spPr>
          <a:xfrm>
            <a:off x="3383280" y="2011680"/>
            <a:ext cx="0" cy="82296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3566160" y="2697480"/>
            <a:ext cx="82296" cy="82296"/>
          </a:xfrm>
          <a:prstGeom prst="ellipse">
            <a:avLst/>
          </a:prstGeom>
          <a:solidFill>
            <a:srgbClr val="E0989D"/>
          </a:solidFill>
          <a:ln w="6350">
            <a:solidFill>
              <a:srgbClr val="C054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Shape 25"/>
          <p:cNvSpPr/>
          <p:nvPr/>
        </p:nvSpPr>
        <p:spPr>
          <a:xfrm>
            <a:off x="3931920" y="2560320"/>
            <a:ext cx="82296" cy="82296"/>
          </a:xfrm>
          <a:prstGeom prst="ellipse">
            <a:avLst/>
          </a:prstGeom>
          <a:solidFill>
            <a:srgbClr val="E0989D"/>
          </a:solidFill>
          <a:ln w="6350">
            <a:solidFill>
              <a:srgbClr val="C054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Shape 26"/>
          <p:cNvSpPr/>
          <p:nvPr/>
        </p:nvSpPr>
        <p:spPr>
          <a:xfrm>
            <a:off x="4206240" y="2514600"/>
            <a:ext cx="82296" cy="82296"/>
          </a:xfrm>
          <a:prstGeom prst="ellipse">
            <a:avLst/>
          </a:prstGeom>
          <a:solidFill>
            <a:srgbClr val="E0989D"/>
          </a:solidFill>
          <a:ln w="6350">
            <a:solidFill>
              <a:srgbClr val="C054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Shape 27"/>
          <p:cNvSpPr/>
          <p:nvPr/>
        </p:nvSpPr>
        <p:spPr>
          <a:xfrm>
            <a:off x="4480560" y="2377440"/>
            <a:ext cx="82296" cy="82296"/>
          </a:xfrm>
          <a:prstGeom prst="ellipse">
            <a:avLst/>
          </a:prstGeom>
          <a:solidFill>
            <a:srgbClr val="E0989D"/>
          </a:solidFill>
          <a:ln w="6350">
            <a:solidFill>
              <a:srgbClr val="C054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Shape 28"/>
          <p:cNvSpPr/>
          <p:nvPr/>
        </p:nvSpPr>
        <p:spPr>
          <a:xfrm>
            <a:off x="4754880" y="2331720"/>
            <a:ext cx="82296" cy="82296"/>
          </a:xfrm>
          <a:prstGeom prst="ellipse">
            <a:avLst/>
          </a:prstGeom>
          <a:solidFill>
            <a:srgbClr val="E0989D"/>
          </a:solidFill>
          <a:ln w="6350">
            <a:solidFill>
              <a:srgbClr val="C054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Shape 29"/>
          <p:cNvSpPr/>
          <p:nvPr/>
        </p:nvSpPr>
        <p:spPr>
          <a:xfrm>
            <a:off x="5029200" y="2194560"/>
            <a:ext cx="82296" cy="82296"/>
          </a:xfrm>
          <a:prstGeom prst="ellipse">
            <a:avLst/>
          </a:prstGeom>
          <a:solidFill>
            <a:srgbClr val="E0989D"/>
          </a:solidFill>
          <a:ln w="6350">
            <a:solidFill>
              <a:srgbClr val="C054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Shape 30"/>
          <p:cNvSpPr/>
          <p:nvPr/>
        </p:nvSpPr>
        <p:spPr>
          <a:xfrm>
            <a:off x="5303520" y="2103120"/>
            <a:ext cx="82296" cy="82296"/>
          </a:xfrm>
          <a:prstGeom prst="ellipse">
            <a:avLst/>
          </a:prstGeom>
          <a:solidFill>
            <a:srgbClr val="E0989D"/>
          </a:solidFill>
          <a:ln w="6350">
            <a:solidFill>
              <a:srgbClr val="C054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Shape 31"/>
          <p:cNvSpPr/>
          <p:nvPr/>
        </p:nvSpPr>
        <p:spPr>
          <a:xfrm>
            <a:off x="4297680" y="2423160"/>
            <a:ext cx="82296" cy="82296"/>
          </a:xfrm>
          <a:prstGeom prst="ellipse">
            <a:avLst/>
          </a:prstGeom>
          <a:solidFill>
            <a:srgbClr val="E0989D"/>
          </a:solidFill>
          <a:ln w="6350">
            <a:solidFill>
              <a:srgbClr val="C054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Shape 32"/>
          <p:cNvSpPr/>
          <p:nvPr/>
        </p:nvSpPr>
        <p:spPr>
          <a:xfrm>
            <a:off x="4892040" y="2240280"/>
            <a:ext cx="82296" cy="82296"/>
          </a:xfrm>
          <a:prstGeom prst="ellipse">
            <a:avLst/>
          </a:prstGeom>
          <a:solidFill>
            <a:srgbClr val="E0989D"/>
          </a:solidFill>
          <a:ln w="6350">
            <a:solidFill>
              <a:srgbClr val="C054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3383280" y="3017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54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Correlación fuerte y positiva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383280" y="338328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Relación casi lineal: la calidad de la investigación explica buena parte de la puntuación THE.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035040" y="1097280"/>
            <a:ext cx="265176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127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8" name="Shape 36"/>
          <p:cNvSpPr/>
          <p:nvPr/>
        </p:nvSpPr>
        <p:spPr>
          <a:xfrm>
            <a:off x="6035040" y="1097280"/>
            <a:ext cx="2651760" cy="73152"/>
          </a:xfrm>
          <a:prstGeom prst="rect">
            <a:avLst/>
          </a:prstGeom>
          <a:solidFill>
            <a:srgbClr val="E0989D"/>
          </a:solidFill>
          <a:ln w="12700">
            <a:solidFill>
              <a:srgbClr val="E0989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Text 37"/>
          <p:cNvSpPr/>
          <p:nvPr/>
        </p:nvSpPr>
        <p:spPr>
          <a:xfrm>
            <a:off x="6217920" y="1325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524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Estudiantes internacionales vs ranking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217920" y="2834640"/>
            <a:ext cx="2286000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Shape 39"/>
          <p:cNvSpPr/>
          <p:nvPr/>
        </p:nvSpPr>
        <p:spPr>
          <a:xfrm>
            <a:off x="6217920" y="2011680"/>
            <a:ext cx="0" cy="82296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Shape 40"/>
          <p:cNvSpPr/>
          <p:nvPr/>
        </p:nvSpPr>
        <p:spPr>
          <a:xfrm>
            <a:off x="6400800" y="2651760"/>
            <a:ext cx="82296" cy="82296"/>
          </a:xfrm>
          <a:prstGeom prst="ellipse">
            <a:avLst/>
          </a:prstGeom>
          <a:solidFill>
            <a:srgbClr val="E0989D"/>
          </a:solidFill>
          <a:ln w="6350">
            <a:solidFill>
              <a:srgbClr val="C054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Shape 41"/>
          <p:cNvSpPr/>
          <p:nvPr/>
        </p:nvSpPr>
        <p:spPr>
          <a:xfrm>
            <a:off x="6675120" y="2724912"/>
            <a:ext cx="82296" cy="82296"/>
          </a:xfrm>
          <a:prstGeom prst="ellipse">
            <a:avLst/>
          </a:prstGeom>
          <a:solidFill>
            <a:srgbClr val="E0989D"/>
          </a:solidFill>
          <a:ln w="6350">
            <a:solidFill>
              <a:srgbClr val="C054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Shape 42"/>
          <p:cNvSpPr/>
          <p:nvPr/>
        </p:nvSpPr>
        <p:spPr>
          <a:xfrm>
            <a:off x="6949440" y="2670048"/>
            <a:ext cx="82296" cy="82296"/>
          </a:xfrm>
          <a:prstGeom prst="ellipse">
            <a:avLst/>
          </a:prstGeom>
          <a:solidFill>
            <a:srgbClr val="E0989D"/>
          </a:solidFill>
          <a:ln w="6350">
            <a:solidFill>
              <a:srgbClr val="C054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Shape 43"/>
          <p:cNvSpPr/>
          <p:nvPr/>
        </p:nvSpPr>
        <p:spPr>
          <a:xfrm>
            <a:off x="7223760" y="2743200"/>
            <a:ext cx="82296" cy="82296"/>
          </a:xfrm>
          <a:prstGeom prst="ellipse">
            <a:avLst/>
          </a:prstGeom>
          <a:solidFill>
            <a:srgbClr val="E0989D"/>
          </a:solidFill>
          <a:ln w="6350">
            <a:solidFill>
              <a:srgbClr val="C054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6" name="Shape 44"/>
          <p:cNvSpPr/>
          <p:nvPr/>
        </p:nvSpPr>
        <p:spPr>
          <a:xfrm>
            <a:off x="7498080" y="2688336"/>
            <a:ext cx="82296" cy="82296"/>
          </a:xfrm>
          <a:prstGeom prst="ellipse">
            <a:avLst/>
          </a:prstGeom>
          <a:solidFill>
            <a:srgbClr val="E0989D"/>
          </a:solidFill>
          <a:ln w="6350">
            <a:solidFill>
              <a:srgbClr val="C054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7" name="Shape 45"/>
          <p:cNvSpPr/>
          <p:nvPr/>
        </p:nvSpPr>
        <p:spPr>
          <a:xfrm>
            <a:off x="7772400" y="2734056"/>
            <a:ext cx="82296" cy="82296"/>
          </a:xfrm>
          <a:prstGeom prst="ellipse">
            <a:avLst/>
          </a:prstGeom>
          <a:solidFill>
            <a:srgbClr val="E0989D"/>
          </a:solidFill>
          <a:ln w="6350">
            <a:solidFill>
              <a:srgbClr val="C054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8" name="Shape 46"/>
          <p:cNvSpPr/>
          <p:nvPr/>
        </p:nvSpPr>
        <p:spPr>
          <a:xfrm>
            <a:off x="8046720" y="2651760"/>
            <a:ext cx="82296" cy="82296"/>
          </a:xfrm>
          <a:prstGeom prst="ellipse">
            <a:avLst/>
          </a:prstGeom>
          <a:solidFill>
            <a:srgbClr val="E0989D"/>
          </a:solidFill>
          <a:ln w="6350">
            <a:solidFill>
              <a:srgbClr val="C054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9" name="Shape 47"/>
          <p:cNvSpPr/>
          <p:nvPr/>
        </p:nvSpPr>
        <p:spPr>
          <a:xfrm>
            <a:off x="6766560" y="2468880"/>
            <a:ext cx="82296" cy="82296"/>
          </a:xfrm>
          <a:prstGeom prst="ellipse">
            <a:avLst/>
          </a:prstGeom>
          <a:solidFill>
            <a:srgbClr val="E0989D"/>
          </a:solidFill>
          <a:ln w="6350">
            <a:solidFill>
              <a:srgbClr val="C054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0" name="Shape 48"/>
          <p:cNvSpPr/>
          <p:nvPr/>
        </p:nvSpPr>
        <p:spPr>
          <a:xfrm>
            <a:off x="8321040" y="2103120"/>
            <a:ext cx="82296" cy="82296"/>
          </a:xfrm>
          <a:prstGeom prst="ellipse">
            <a:avLst/>
          </a:prstGeom>
          <a:solidFill>
            <a:srgbClr val="E0989D"/>
          </a:solidFill>
          <a:ln w="6350">
            <a:solidFill>
              <a:srgbClr val="C0545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1" name="Text 49"/>
          <p:cNvSpPr/>
          <p:nvPr/>
        </p:nvSpPr>
        <p:spPr>
          <a:xfrm>
            <a:off x="6217920" y="3017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98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Relación débil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6217920" y="338328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05E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mayoría de universidades tienen buenas posiciones con cualquier % de estudiantes internacionales. No es un factor determinante.</a:t>
            </a:r>
            <a:endParaRPr lang="en-US" sz="1050" dirty="0"/>
          </a:p>
        </p:txBody>
      </p:sp>
      <p:sp>
        <p:nvSpPr>
          <p:cNvPr id="53" name="Dashboard Tag"/>
          <p:cNvSpPr/>
          <p:nvPr/>
        </p:nvSpPr>
        <p:spPr>
          <a:xfrm>
            <a:off x="5669280" y="292608"/>
            <a:ext cx="3017520" cy="274320"/>
          </a:xfrm>
          <a:prstGeom prst="roundRect">
            <a:avLst>
              <a:gd name="adj" fmla="val 50000"/>
            </a:avLst>
          </a:prstGeom>
          <a:solidFill>
            <a:srgbClr val="F8EDEE"/>
          </a:solidFill>
          <a:ln>
            <a:noFill/>
          </a:ln>
        </p:spPr>
        <p:txBody>
          <a:bodyPr wrap="none" lIns="91440" tIns="0" rIns="91440" bIns="0" rtlCol="0" anchor="ctr"/>
          <a:lstStyle/>
          <a:p>
            <a:pPr algn="ctr">
              <a:buNone/>
            </a:pPr>
            <a:r>
              <a:rPr lang="es-ES" sz="800" b="1" kern="0" spc="50">
                <a:solidFill>
                  <a:srgbClr val="8A2E36"/>
                </a:solidFill>
                <a:latin typeface="Segoe UI" pitchFamily="34" charset="0"/>
                <a:cs typeface="Segoe UI" pitchFamily="34" charset="-120"/>
              </a:rPr>
              <a:t>DASHBOARD · PARTE 3</a:t>
            </a:r>
            <a:r>
              <a:rPr lang="es-ES" sz="800" kern="0" spc="50">
                <a:solidFill>
                  <a:srgbClr val="8A2E36"/>
                </a:solidFill>
                <a:latin typeface="Segoe UI" pitchFamily="34" charset="0"/>
                <a:cs typeface="Segoe UI" pitchFamily="34" charset="-120"/>
              </a:rPr>
              <a:t>  |  Factores de excelencia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5D5B6F-3FD8-E9DD-A210-96B7E8372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5ECE6A6-36E6-C045-4BA6-C43A1AD26A82}"/>
              </a:ext>
            </a:extLst>
          </p:cNvPr>
          <p:cNvSpPr/>
          <p:nvPr/>
        </p:nvSpPr>
        <p:spPr>
          <a:xfrm>
            <a:off x="365760" y="20116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>
                <a:ln>
                  <a:noFill/>
                </a:ln>
                <a:solidFill>
                  <a:srgbClr val="252423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Conclusiones y recomendaciones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BFA1B40-6AF1-C957-57F5-D222BE94E8B0}"/>
              </a:ext>
            </a:extLst>
          </p:cNvPr>
          <p:cNvSpPr/>
          <p:nvPr/>
        </p:nvSpPr>
        <p:spPr>
          <a:xfrm>
            <a:off x="365760" y="6400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Qué hemos </a:t>
            </a:r>
            <a:r>
              <a:rPr kumimoji="0" lang="en-US" sz="1100" b="0" i="1" u="none" strike="noStrike" kern="1200" cap="none" spc="0" normalizeH="0" baseline="0" noProof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aprendido y qué proponemos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4FDA61A-8197-6964-7299-C9FFFF63E026}"/>
              </a:ext>
            </a:extLst>
          </p:cNvPr>
          <p:cNvSpPr/>
          <p:nvPr/>
        </p:nvSpPr>
        <p:spPr>
          <a:xfrm>
            <a:off x="365760" y="118872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127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047CB1F-91DA-3242-4665-0250F80ABE2E}"/>
              </a:ext>
            </a:extLst>
          </p:cNvPr>
          <p:cNvSpPr/>
          <p:nvPr/>
        </p:nvSpPr>
        <p:spPr>
          <a:xfrm>
            <a:off x="365760" y="1188720"/>
            <a:ext cx="64008" cy="1645920"/>
          </a:xfrm>
          <a:prstGeom prst="rect">
            <a:avLst/>
          </a:prstGeom>
          <a:solidFill>
            <a:srgbClr val="C0545C"/>
          </a:solidFill>
          <a:ln w="12700">
            <a:solidFill>
              <a:srgbClr val="C0545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A11C771-BEDC-E882-1768-248DCCE73EFE}"/>
              </a:ext>
            </a:extLst>
          </p:cNvPr>
          <p:cNvSpPr/>
          <p:nvPr/>
        </p:nvSpPr>
        <p:spPr>
          <a:xfrm>
            <a:off x="594360" y="1325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252423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Concentración geográfica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17AC538-6165-2563-84F8-CD579F19EA15}"/>
              </a:ext>
            </a:extLst>
          </p:cNvPr>
          <p:cNvSpPr/>
          <p:nvPr/>
        </p:nvSpPr>
        <p:spPr>
          <a:xfrm>
            <a:off x="594360" y="17830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EE. UU. y Reino Unido suman 25 de 57 universidades; Norteamérica y Europa, el 63%.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4C6CC10-760D-28A9-874D-09531489D69E}"/>
              </a:ext>
            </a:extLst>
          </p:cNvPr>
          <p:cNvSpPr/>
          <p:nvPr/>
        </p:nvSpPr>
        <p:spPr>
          <a:xfrm>
            <a:off x="3200400" y="118872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127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6354A8A0-6363-51D3-42E6-3ADF15004C2D}"/>
              </a:ext>
            </a:extLst>
          </p:cNvPr>
          <p:cNvSpPr/>
          <p:nvPr/>
        </p:nvSpPr>
        <p:spPr>
          <a:xfrm>
            <a:off x="3200400" y="1188720"/>
            <a:ext cx="64008" cy="1645920"/>
          </a:xfrm>
          <a:prstGeom prst="rect">
            <a:avLst/>
          </a:prstGeom>
          <a:solidFill>
            <a:srgbClr val="C0545C"/>
          </a:solidFill>
          <a:ln w="12700">
            <a:solidFill>
              <a:srgbClr val="C0545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200584F-FD25-9E13-E0DE-DC68FD812D77}"/>
              </a:ext>
            </a:extLst>
          </p:cNvPr>
          <p:cNvSpPr/>
          <p:nvPr/>
        </p:nvSpPr>
        <p:spPr>
          <a:xfrm>
            <a:off x="3429000" y="1325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252423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Consenso en la cima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7CFB50D-4A28-9707-5D0E-0E2D8F079D63}"/>
              </a:ext>
            </a:extLst>
          </p:cNvPr>
          <p:cNvSpPr/>
          <p:nvPr/>
        </p:nvSpPr>
        <p:spPr>
          <a:xfrm>
            <a:off x="3429000" y="17830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MIT, Stanford, Harvard, Cambridge y Oxford están en el top 6 de los tres rankings.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FE1C3AF-838B-022C-E880-78570B3F590E}"/>
              </a:ext>
            </a:extLst>
          </p:cNvPr>
          <p:cNvSpPr/>
          <p:nvPr/>
        </p:nvSpPr>
        <p:spPr>
          <a:xfrm>
            <a:off x="365760" y="292608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127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C75B05D0-350B-E6D2-C666-9C7F1714B8A5}"/>
              </a:ext>
            </a:extLst>
          </p:cNvPr>
          <p:cNvSpPr/>
          <p:nvPr/>
        </p:nvSpPr>
        <p:spPr>
          <a:xfrm>
            <a:off x="365760" y="2926080"/>
            <a:ext cx="64008" cy="1645920"/>
          </a:xfrm>
          <a:prstGeom prst="rect">
            <a:avLst/>
          </a:prstGeom>
          <a:solidFill>
            <a:srgbClr val="C0545C"/>
          </a:solidFill>
          <a:ln w="12700">
            <a:solidFill>
              <a:srgbClr val="C0545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17B4FA7-CF3E-18EC-7F76-ED08261BDE09}"/>
              </a:ext>
            </a:extLst>
          </p:cNvPr>
          <p:cNvSpPr/>
          <p:nvPr/>
        </p:nvSpPr>
        <p:spPr>
          <a:xfrm>
            <a:off x="594360" y="3063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252423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Metodologías diferentes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1C831DB-4AD3-2F3D-6C7B-29828C7C8A47}"/>
              </a:ext>
            </a:extLst>
          </p:cNvPr>
          <p:cNvSpPr/>
          <p:nvPr/>
        </p:nvSpPr>
        <p:spPr>
          <a:xfrm>
            <a:off x="594360" y="35204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Los rankings discrepan en el tramo medio (Berkeley, ETH): conviene comparar más de uno.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F044293F-685A-C9E8-FC7F-A00B0982C906}"/>
              </a:ext>
            </a:extLst>
          </p:cNvPr>
          <p:cNvSpPr/>
          <p:nvPr/>
        </p:nvSpPr>
        <p:spPr>
          <a:xfrm>
            <a:off x="3200400" y="292608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50800" dist="127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163BB543-B8D5-C6B9-C039-31F7EA29C885}"/>
              </a:ext>
            </a:extLst>
          </p:cNvPr>
          <p:cNvSpPr/>
          <p:nvPr/>
        </p:nvSpPr>
        <p:spPr>
          <a:xfrm>
            <a:off x="3200400" y="2926080"/>
            <a:ext cx="64008" cy="1645920"/>
          </a:xfrm>
          <a:prstGeom prst="rect">
            <a:avLst/>
          </a:prstGeom>
          <a:solidFill>
            <a:srgbClr val="C0545C"/>
          </a:solidFill>
          <a:ln w="12700">
            <a:solidFill>
              <a:srgbClr val="C0545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A193F08F-2667-CF01-8AEA-CEC098BB034E}"/>
              </a:ext>
            </a:extLst>
          </p:cNvPr>
          <p:cNvSpPr/>
          <p:nvPr/>
        </p:nvSpPr>
        <p:spPr>
          <a:xfrm>
            <a:off x="3429000" y="30632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252423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Reputación e investigación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C4A6E512-C274-0A03-95C2-D68935EE4A4B}"/>
              </a:ext>
            </a:extLst>
          </p:cNvPr>
          <p:cNvSpPr/>
          <p:nvPr/>
        </p:nvSpPr>
        <p:spPr>
          <a:xfrm>
            <a:off x="3429000" y="35204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Son los factores más correlacionados con la puntuación; la internacionalización pesa menos.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" name="Label 101">
            <a:extLst>
              <a:ext uri="{FF2B5EF4-FFF2-40B4-BE49-F238E27FC236}">
                <a16:creationId xmlns:a16="http://schemas.microsoft.com/office/drawing/2014/main" id="{33C8C7D8-9108-1958-2345-FD2EDD0C54DF}"/>
              </a:ext>
            </a:extLst>
          </p:cNvPr>
          <p:cNvSpPr txBox="1"/>
          <p:nvPr/>
        </p:nvSpPr>
        <p:spPr>
          <a:xfrm>
            <a:off x="365760" y="978408"/>
            <a:ext cx="54864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800" b="1" i="0" u="none" strike="noStrike" kern="0" cap="none" spc="200" normalizeH="0" baseline="0" noProof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Segoe UI" pitchFamily="34" charset="0"/>
                <a:ea typeface="+mn-ea"/>
                <a:cs typeface="Segoe UI" pitchFamily="34" charset="-120"/>
              </a:rPr>
              <a:t>CONCLUSIONES</a:t>
            </a:r>
          </a:p>
        </p:txBody>
      </p:sp>
      <p:sp>
        <p:nvSpPr>
          <p:cNvPr id="102" name="Label 102">
            <a:extLst>
              <a:ext uri="{FF2B5EF4-FFF2-40B4-BE49-F238E27FC236}">
                <a16:creationId xmlns:a16="http://schemas.microsoft.com/office/drawing/2014/main" id="{2E5CFC8E-0D27-A790-3886-DABD85A7124B}"/>
              </a:ext>
            </a:extLst>
          </p:cNvPr>
          <p:cNvSpPr txBox="1"/>
          <p:nvPr/>
        </p:nvSpPr>
        <p:spPr>
          <a:xfrm>
            <a:off x="6035040" y="978408"/>
            <a:ext cx="26517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800" b="1" i="0" u="none" strike="noStrike" kern="0" cap="none" spc="200" normalizeH="0" baseline="0" noProof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Segoe UI" pitchFamily="34" charset="0"/>
                <a:ea typeface="+mn-ea"/>
                <a:cs typeface="Segoe UI" pitchFamily="34" charset="-120"/>
              </a:rPr>
              <a:t>RECOMENDACIONES</a:t>
            </a:r>
          </a:p>
        </p:txBody>
      </p:sp>
      <p:sp>
        <p:nvSpPr>
          <p:cNvPr id="103" name="Rec 103">
            <a:extLst>
              <a:ext uri="{FF2B5EF4-FFF2-40B4-BE49-F238E27FC236}">
                <a16:creationId xmlns:a16="http://schemas.microsoft.com/office/drawing/2014/main" id="{910B91BB-74B8-4681-A3E7-4CCF76F1551F}"/>
              </a:ext>
            </a:extLst>
          </p:cNvPr>
          <p:cNvSpPr/>
          <p:nvPr/>
        </p:nvSpPr>
        <p:spPr>
          <a:xfrm>
            <a:off x="6035040" y="1188720"/>
            <a:ext cx="2651760" cy="1645920"/>
          </a:xfrm>
          <a:prstGeom prst="rect">
            <a:avLst/>
          </a:prstGeom>
          <a:solidFill>
            <a:srgbClr val="F8EDEE"/>
          </a:solidFill>
          <a:ln w="12700">
            <a:solidFill>
              <a:srgbClr val="F8EDEE"/>
            </a:solidFill>
            <a:prstDash val="solid"/>
          </a:ln>
          <a:effectLst>
            <a:outerShdw blurRad="50800" dist="12700" dir="5400000" algn="bl" rotWithShape="0">
              <a:srgbClr val="F8EDEE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" name="Rec 104">
            <a:extLst>
              <a:ext uri="{FF2B5EF4-FFF2-40B4-BE49-F238E27FC236}">
                <a16:creationId xmlns:a16="http://schemas.microsoft.com/office/drawing/2014/main" id="{8EB5DC20-C965-E9B0-42A6-84A6B44B9C91}"/>
              </a:ext>
            </a:extLst>
          </p:cNvPr>
          <p:cNvSpPr/>
          <p:nvPr/>
        </p:nvSpPr>
        <p:spPr>
          <a:xfrm>
            <a:off x="6035040" y="1188720"/>
            <a:ext cx="2651760" cy="54864"/>
          </a:xfrm>
          <a:prstGeom prst="rect">
            <a:avLst/>
          </a:prstGeom>
          <a:solidFill>
            <a:srgbClr val="8A2E36"/>
          </a:solidFill>
          <a:ln w="12700">
            <a:solidFill>
              <a:srgbClr val="8A2E3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" name="Rec 105">
            <a:extLst>
              <a:ext uri="{FF2B5EF4-FFF2-40B4-BE49-F238E27FC236}">
                <a16:creationId xmlns:a16="http://schemas.microsoft.com/office/drawing/2014/main" id="{10403447-7A62-5715-61B7-30B1C9E4F090}"/>
              </a:ext>
            </a:extLst>
          </p:cNvPr>
          <p:cNvSpPr/>
          <p:nvPr/>
        </p:nvSpPr>
        <p:spPr>
          <a:xfrm>
            <a:off x="6263640" y="1371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252423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Estudiantes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6" name="Rec 106">
            <a:extLst>
              <a:ext uri="{FF2B5EF4-FFF2-40B4-BE49-F238E27FC236}">
                <a16:creationId xmlns:a16="http://schemas.microsoft.com/office/drawing/2014/main" id="{EFC043A1-DABE-AEFF-D70E-933DC8B7699D}"/>
              </a:ext>
            </a:extLst>
          </p:cNvPr>
          <p:cNvSpPr/>
          <p:nvPr/>
        </p:nvSpPr>
        <p:spPr>
          <a:xfrm>
            <a:off x="6263640" y="17830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Comparar al menos dos rankings y elegir el que mida lo que más te importa.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7" name="Rec 107">
            <a:extLst>
              <a:ext uri="{FF2B5EF4-FFF2-40B4-BE49-F238E27FC236}">
                <a16:creationId xmlns:a16="http://schemas.microsoft.com/office/drawing/2014/main" id="{F1EEDF18-A793-D62A-03CC-D0F6703FFA1B}"/>
              </a:ext>
            </a:extLst>
          </p:cNvPr>
          <p:cNvSpPr/>
          <p:nvPr/>
        </p:nvSpPr>
        <p:spPr>
          <a:xfrm>
            <a:off x="6035040" y="2926080"/>
            <a:ext cx="2651760" cy="1645920"/>
          </a:xfrm>
          <a:prstGeom prst="rect">
            <a:avLst/>
          </a:prstGeom>
          <a:solidFill>
            <a:srgbClr val="F8EDEE"/>
          </a:solidFill>
          <a:ln w="12700">
            <a:solidFill>
              <a:srgbClr val="F8EDEE"/>
            </a:solidFill>
            <a:prstDash val="solid"/>
          </a:ln>
          <a:effectLst>
            <a:outerShdw blurRad="50800" dist="12700" dir="5400000" algn="bl" rotWithShape="0">
              <a:srgbClr val="F8EDEE">
                <a:alpha val="12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8" name="Rec 108">
            <a:extLst>
              <a:ext uri="{FF2B5EF4-FFF2-40B4-BE49-F238E27FC236}">
                <a16:creationId xmlns:a16="http://schemas.microsoft.com/office/drawing/2014/main" id="{3BD11E2A-BD31-F2D9-59F7-522F5EE46F7D}"/>
              </a:ext>
            </a:extLst>
          </p:cNvPr>
          <p:cNvSpPr/>
          <p:nvPr/>
        </p:nvSpPr>
        <p:spPr>
          <a:xfrm>
            <a:off x="6035040" y="2926080"/>
            <a:ext cx="2651760" cy="54864"/>
          </a:xfrm>
          <a:prstGeom prst="rect">
            <a:avLst/>
          </a:prstGeom>
          <a:solidFill>
            <a:srgbClr val="C0545C"/>
          </a:solidFill>
          <a:ln w="12700">
            <a:solidFill>
              <a:srgbClr val="C0545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9" name="Rec 109">
            <a:extLst>
              <a:ext uri="{FF2B5EF4-FFF2-40B4-BE49-F238E27FC236}">
                <a16:creationId xmlns:a16="http://schemas.microsoft.com/office/drawing/2014/main" id="{241F0A23-6927-AAE3-7B6C-48306F9193DA}"/>
              </a:ext>
            </a:extLst>
          </p:cNvPr>
          <p:cNvSpPr/>
          <p:nvPr/>
        </p:nvSpPr>
        <p:spPr>
          <a:xfrm>
            <a:off x="6263640" y="3108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>
                <a:ln>
                  <a:noFill/>
                </a:ln>
                <a:solidFill>
                  <a:srgbClr val="252423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Universidades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0" name="Rec 110">
            <a:extLst>
              <a:ext uri="{FF2B5EF4-FFF2-40B4-BE49-F238E27FC236}">
                <a16:creationId xmlns:a16="http://schemas.microsoft.com/office/drawing/2014/main" id="{D341DC02-B71E-B678-8582-125C01C6394B}"/>
              </a:ext>
            </a:extLst>
          </p:cNvPr>
          <p:cNvSpPr/>
          <p:nvPr/>
        </p:nvSpPr>
        <p:spPr>
          <a:xfrm>
            <a:off x="6263640" y="35204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605E5C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Invertir en investigación y reputación: la calidad pesa más que el tamaño.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hlinkClick r:id="rId3"/>
            <a:extLst>
              <a:ext uri="{FF2B5EF4-FFF2-40B4-BE49-F238E27FC236}">
                <a16:creationId xmlns:a16="http://schemas.microsoft.com/office/drawing/2014/main" id="{FC53DA6B-8153-C7F6-E679-8289DBFC95B2}"/>
              </a:ext>
            </a:extLst>
          </p:cNvPr>
          <p:cNvSpPr txBox="1"/>
          <p:nvPr/>
        </p:nvSpPr>
        <p:spPr>
          <a:xfrm>
            <a:off x="429769" y="4680218"/>
            <a:ext cx="8119872" cy="274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u="sng" dirty="0">
                <a:solidFill>
                  <a:srgbClr val="0070C0"/>
                </a:solidFill>
              </a:rPr>
              <a:t>Link Power </a:t>
            </a:r>
            <a:r>
              <a:rPr lang="es-ES" sz="1200" u="sng" dirty="0" err="1">
                <a:solidFill>
                  <a:srgbClr val="0070C0"/>
                </a:solidFill>
              </a:rPr>
              <a:t>bi</a:t>
            </a:r>
            <a:endParaRPr lang="es-ES" sz="1200" u="sng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518190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USTOMLAYOUT" val="F"/>
  <p:tag name="THINKCELLPRESENTATIONDONOTDELETE" val="&lt;?xml version=&quot;1.0&quot; encoding=&quot;UTF-16&quot; standalone=&quot;yes&quot;?&gt;&lt;root reqver=&quot;32687&quot;&gt;&lt;version val=&quot;38780&quot;/&gt;&lt;CPresentation id=&quot;1&quot;&gt;&lt;m_precDefaultOrdinal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1098</Words>
  <Application>Microsoft Office PowerPoint</Application>
  <PresentationFormat>On-screen Show (16:9)</PresentationFormat>
  <Paragraphs>281</Paragraphs>
  <Slides>10</Slides>
  <Notes>8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Segoe UI</vt:lpstr>
      <vt:lpstr>Office Theme</vt:lpstr>
      <vt:lpstr>thinkcell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Laia Maso I Reixach</dc:creator>
  <cp:lastModifiedBy>Laia Maso I Reixach</cp:lastModifiedBy>
  <cp:revision>1</cp:revision>
  <dcterms:created xsi:type="dcterms:W3CDTF">2026-09-30T11:38:23Z</dcterms:created>
  <dcterms:modified xsi:type="dcterms:W3CDTF">2026-09-30T15:07:33Z</dcterms:modified>
</cp:coreProperties>
</file>